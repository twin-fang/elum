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3.jpg" ContentType="image/jpg"/>
  <Override PartName="/ppt/media/image40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보여주고 끝내지 않는다. 그 숫자 때문에 우리가 무엇을 '하지 않았는지'로 잇는다.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자문 → 통계 → 설계 변경이 한 장에 들어간다. 심사위원이 가장 좋아하는 구조.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꺼내야 분석한 팀이 된다. 심사위원이 먼저 말하면 방어가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우리만의 무기. 다른 팀은 중간심사에서 지적받고 최종에 반영한다. 우리는 이미 한 사이클 돌았다.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장애인 전문가 3명에게는 과제분석 자동화로, 시민평가단에게는 캐릭터 일관성으로 전달된다.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심사위원 5명 중 3명이 장애인 전문가. 이 한 장이 '현장을 아는 팀'이라는 신호가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장애인 고용기업은 작업 순서·안전 수칙 전달에 그대로 쓸 수 있다. 토닥이도 브라보비버와 협력했다.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필수 항목. 문제를 아는 팀으로 보이는 장이다.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확장은 여기서 한 줄로만. 앞세우면 문제 정의가 흐려진다.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우리가 원하는 주제로 피드백을 유도하는 장. 토닥이가 중간심사 지적을 반영해 수상했다.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113085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355041" cy="113085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805893" cy="1130855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907005" y="4200200"/>
              <a:ext cx="704850" cy="1106170"/>
            </a:xfrm>
            <a:custGeom>
              <a:avLst/>
              <a:gdLst/>
              <a:ahLst/>
              <a:cxnLst/>
              <a:rect l="l" t="t" r="r" b="b"/>
              <a:pathLst>
                <a:path w="704850" h="1106170">
                  <a:moveTo>
                    <a:pt x="259481" y="0"/>
                  </a:moveTo>
                  <a:lnTo>
                    <a:pt x="213145" y="12543"/>
                  </a:lnTo>
                  <a:lnTo>
                    <a:pt x="176789" y="46053"/>
                  </a:lnTo>
                  <a:lnTo>
                    <a:pt x="154690" y="80439"/>
                  </a:lnTo>
                  <a:lnTo>
                    <a:pt x="148275" y="87369"/>
                  </a:lnTo>
                  <a:lnTo>
                    <a:pt x="140433" y="92369"/>
                  </a:lnTo>
                  <a:lnTo>
                    <a:pt x="131166" y="95439"/>
                  </a:lnTo>
                  <a:lnTo>
                    <a:pt x="105770" y="105264"/>
                  </a:lnTo>
                  <a:lnTo>
                    <a:pt x="60860" y="150177"/>
                  </a:lnTo>
                  <a:lnTo>
                    <a:pt x="41345" y="185265"/>
                  </a:lnTo>
                  <a:lnTo>
                    <a:pt x="22098" y="234388"/>
                  </a:lnTo>
                  <a:lnTo>
                    <a:pt x="15682" y="269476"/>
                  </a:lnTo>
                  <a:lnTo>
                    <a:pt x="15950" y="276494"/>
                  </a:lnTo>
                  <a:lnTo>
                    <a:pt x="16752" y="283512"/>
                  </a:lnTo>
                  <a:lnTo>
                    <a:pt x="18088" y="290529"/>
                  </a:lnTo>
                  <a:lnTo>
                    <a:pt x="19960" y="297547"/>
                  </a:lnTo>
                  <a:lnTo>
                    <a:pt x="23762" y="308775"/>
                  </a:lnTo>
                  <a:lnTo>
                    <a:pt x="25662" y="316261"/>
                  </a:lnTo>
                  <a:lnTo>
                    <a:pt x="25662" y="325617"/>
                  </a:lnTo>
                  <a:lnTo>
                    <a:pt x="22811" y="333571"/>
                  </a:lnTo>
                  <a:lnTo>
                    <a:pt x="17108" y="343863"/>
                  </a:lnTo>
                  <a:lnTo>
                    <a:pt x="12118" y="355706"/>
                  </a:lnTo>
                  <a:lnTo>
                    <a:pt x="8554" y="368776"/>
                  </a:lnTo>
                  <a:lnTo>
                    <a:pt x="6415" y="383074"/>
                  </a:lnTo>
                  <a:lnTo>
                    <a:pt x="5702" y="398601"/>
                  </a:lnTo>
                  <a:lnTo>
                    <a:pt x="6593" y="416057"/>
                  </a:lnTo>
                  <a:lnTo>
                    <a:pt x="9267" y="431935"/>
                  </a:lnTo>
                  <a:lnTo>
                    <a:pt x="13722" y="446233"/>
                  </a:lnTo>
                  <a:lnTo>
                    <a:pt x="23702" y="466409"/>
                  </a:lnTo>
                  <a:lnTo>
                    <a:pt x="26375" y="473339"/>
                  </a:lnTo>
                  <a:lnTo>
                    <a:pt x="27979" y="479742"/>
                  </a:lnTo>
                  <a:lnTo>
                    <a:pt x="28514" y="485619"/>
                  </a:lnTo>
                  <a:lnTo>
                    <a:pt x="28514" y="492169"/>
                  </a:lnTo>
                  <a:lnTo>
                    <a:pt x="27563" y="497315"/>
                  </a:lnTo>
                  <a:lnTo>
                    <a:pt x="25662" y="501058"/>
                  </a:lnTo>
                  <a:lnTo>
                    <a:pt x="23791" y="508339"/>
                  </a:lnTo>
                  <a:lnTo>
                    <a:pt x="22455" y="517550"/>
                  </a:lnTo>
                  <a:lnTo>
                    <a:pt x="21653" y="528690"/>
                  </a:lnTo>
                  <a:lnTo>
                    <a:pt x="21385" y="541760"/>
                  </a:lnTo>
                  <a:lnTo>
                    <a:pt x="21385" y="567024"/>
                  </a:lnTo>
                  <a:lnTo>
                    <a:pt x="22336" y="570767"/>
                  </a:lnTo>
                  <a:lnTo>
                    <a:pt x="22811" y="573574"/>
                  </a:lnTo>
                  <a:lnTo>
                    <a:pt x="22009" y="588164"/>
                  </a:lnTo>
                  <a:lnTo>
                    <a:pt x="19603" y="601059"/>
                  </a:lnTo>
                  <a:lnTo>
                    <a:pt x="15593" y="614130"/>
                  </a:lnTo>
                  <a:lnTo>
                    <a:pt x="9980" y="627375"/>
                  </a:lnTo>
                  <a:lnTo>
                    <a:pt x="5613" y="638867"/>
                  </a:lnTo>
                  <a:lnTo>
                    <a:pt x="2495" y="649481"/>
                  </a:lnTo>
                  <a:lnTo>
                    <a:pt x="623" y="659218"/>
                  </a:lnTo>
                  <a:lnTo>
                    <a:pt x="0" y="668078"/>
                  </a:lnTo>
                  <a:lnTo>
                    <a:pt x="267" y="674744"/>
                  </a:lnTo>
                  <a:lnTo>
                    <a:pt x="1069" y="683517"/>
                  </a:lnTo>
                  <a:lnTo>
                    <a:pt x="2405" y="694394"/>
                  </a:lnTo>
                  <a:lnTo>
                    <a:pt x="4277" y="707376"/>
                  </a:lnTo>
                  <a:lnTo>
                    <a:pt x="8019" y="728254"/>
                  </a:lnTo>
                  <a:lnTo>
                    <a:pt x="10692" y="744570"/>
                  </a:lnTo>
                  <a:lnTo>
                    <a:pt x="12296" y="756324"/>
                  </a:lnTo>
                  <a:lnTo>
                    <a:pt x="12831" y="763518"/>
                  </a:lnTo>
                  <a:lnTo>
                    <a:pt x="12564" y="770360"/>
                  </a:lnTo>
                  <a:lnTo>
                    <a:pt x="11762" y="779658"/>
                  </a:lnTo>
                  <a:lnTo>
                    <a:pt x="10425" y="791413"/>
                  </a:lnTo>
                  <a:lnTo>
                    <a:pt x="8554" y="805623"/>
                  </a:lnTo>
                  <a:lnTo>
                    <a:pt x="7603" y="809366"/>
                  </a:lnTo>
                  <a:lnTo>
                    <a:pt x="7128" y="815448"/>
                  </a:lnTo>
                  <a:lnTo>
                    <a:pt x="7128" y="823869"/>
                  </a:lnTo>
                  <a:lnTo>
                    <a:pt x="10960" y="861326"/>
                  </a:lnTo>
                  <a:lnTo>
                    <a:pt x="22455" y="895098"/>
                  </a:lnTo>
                  <a:lnTo>
                    <a:pt x="41613" y="925186"/>
                  </a:lnTo>
                  <a:lnTo>
                    <a:pt x="68434" y="951590"/>
                  </a:lnTo>
                  <a:lnTo>
                    <a:pt x="81889" y="964485"/>
                  </a:lnTo>
                  <a:lnTo>
                    <a:pt x="92315" y="977906"/>
                  </a:lnTo>
                  <a:lnTo>
                    <a:pt x="99711" y="991854"/>
                  </a:lnTo>
                  <a:lnTo>
                    <a:pt x="104077" y="1006327"/>
                  </a:lnTo>
                  <a:lnTo>
                    <a:pt x="107196" y="1018345"/>
                  </a:lnTo>
                  <a:lnTo>
                    <a:pt x="112275" y="1030538"/>
                  </a:lnTo>
                  <a:lnTo>
                    <a:pt x="139364" y="1067907"/>
                  </a:lnTo>
                  <a:lnTo>
                    <a:pt x="176789" y="1094750"/>
                  </a:lnTo>
                  <a:lnTo>
                    <a:pt x="214481" y="1105276"/>
                  </a:lnTo>
                  <a:lnTo>
                    <a:pt x="226689" y="1105978"/>
                  </a:lnTo>
                  <a:lnTo>
                    <a:pt x="244778" y="1104662"/>
                  </a:lnTo>
                  <a:lnTo>
                    <a:pt x="263402" y="1100715"/>
                  </a:lnTo>
                  <a:lnTo>
                    <a:pt x="282560" y="1094135"/>
                  </a:lnTo>
                  <a:lnTo>
                    <a:pt x="302252" y="1084925"/>
                  </a:lnTo>
                  <a:lnTo>
                    <a:pt x="318559" y="1076942"/>
                  </a:lnTo>
                  <a:lnTo>
                    <a:pt x="331836" y="1071240"/>
                  </a:lnTo>
                  <a:lnTo>
                    <a:pt x="342084" y="1067819"/>
                  </a:lnTo>
                  <a:lnTo>
                    <a:pt x="349301" y="1066679"/>
                  </a:lnTo>
                  <a:lnTo>
                    <a:pt x="354054" y="1066679"/>
                  </a:lnTo>
                  <a:lnTo>
                    <a:pt x="359756" y="1068083"/>
                  </a:lnTo>
                  <a:lnTo>
                    <a:pt x="366410" y="1070890"/>
                  </a:lnTo>
                  <a:lnTo>
                    <a:pt x="373449" y="1073346"/>
                  </a:lnTo>
                  <a:lnTo>
                    <a:pt x="381736" y="1075100"/>
                  </a:lnTo>
                  <a:lnTo>
                    <a:pt x="391271" y="1076153"/>
                  </a:lnTo>
                  <a:lnTo>
                    <a:pt x="402053" y="1076504"/>
                  </a:lnTo>
                  <a:lnTo>
                    <a:pt x="424330" y="1075276"/>
                  </a:lnTo>
                  <a:lnTo>
                    <a:pt x="444112" y="1071591"/>
                  </a:lnTo>
                  <a:lnTo>
                    <a:pt x="461399" y="1065451"/>
                  </a:lnTo>
                  <a:lnTo>
                    <a:pt x="488131" y="1050100"/>
                  </a:lnTo>
                  <a:lnTo>
                    <a:pt x="501141" y="1045275"/>
                  </a:lnTo>
                  <a:lnTo>
                    <a:pt x="515220" y="1042381"/>
                  </a:lnTo>
                  <a:lnTo>
                    <a:pt x="530368" y="1041416"/>
                  </a:lnTo>
                  <a:lnTo>
                    <a:pt x="557902" y="1038959"/>
                  </a:lnTo>
                  <a:lnTo>
                    <a:pt x="607089" y="1019310"/>
                  </a:lnTo>
                  <a:lnTo>
                    <a:pt x="647455" y="981064"/>
                  </a:lnTo>
                  <a:lnTo>
                    <a:pt x="668841" y="934748"/>
                  </a:lnTo>
                  <a:lnTo>
                    <a:pt x="671514" y="909484"/>
                  </a:lnTo>
                  <a:lnTo>
                    <a:pt x="671247" y="902467"/>
                  </a:lnTo>
                  <a:lnTo>
                    <a:pt x="659930" y="860098"/>
                  </a:lnTo>
                  <a:lnTo>
                    <a:pt x="635693" y="824308"/>
                  </a:lnTo>
                  <a:lnTo>
                    <a:pt x="599604" y="798167"/>
                  </a:lnTo>
                  <a:lnTo>
                    <a:pt x="557546" y="784834"/>
                  </a:lnTo>
                  <a:lnTo>
                    <a:pt x="534645" y="783167"/>
                  </a:lnTo>
                  <a:lnTo>
                    <a:pt x="522526" y="783693"/>
                  </a:lnTo>
                  <a:lnTo>
                    <a:pt x="510408" y="785272"/>
                  </a:lnTo>
                  <a:lnTo>
                    <a:pt x="498289" y="787904"/>
                  </a:lnTo>
                  <a:lnTo>
                    <a:pt x="476369" y="794658"/>
                  </a:lnTo>
                  <a:lnTo>
                    <a:pt x="466923" y="796851"/>
                  </a:lnTo>
                  <a:lnTo>
                    <a:pt x="457834" y="798167"/>
                  </a:lnTo>
                  <a:lnTo>
                    <a:pt x="449102" y="798606"/>
                  </a:lnTo>
                  <a:lnTo>
                    <a:pt x="441498" y="798606"/>
                  </a:lnTo>
                  <a:lnTo>
                    <a:pt x="435320" y="797670"/>
                  </a:lnTo>
                  <a:lnTo>
                    <a:pt x="430567" y="795799"/>
                  </a:lnTo>
                  <a:lnTo>
                    <a:pt x="418092" y="792114"/>
                  </a:lnTo>
                  <a:lnTo>
                    <a:pt x="406330" y="789483"/>
                  </a:lnTo>
                  <a:lnTo>
                    <a:pt x="395281" y="787904"/>
                  </a:lnTo>
                  <a:lnTo>
                    <a:pt x="384944" y="787377"/>
                  </a:lnTo>
                  <a:lnTo>
                    <a:pt x="374251" y="788255"/>
                  </a:lnTo>
                  <a:lnTo>
                    <a:pt x="333618" y="801413"/>
                  </a:lnTo>
                  <a:lnTo>
                    <a:pt x="299134" y="820360"/>
                  </a:lnTo>
                  <a:lnTo>
                    <a:pt x="288470" y="831355"/>
                  </a:lnTo>
                  <a:lnTo>
                    <a:pt x="284669" y="834629"/>
                  </a:lnTo>
                  <a:lnTo>
                    <a:pt x="277065" y="838372"/>
                  </a:lnTo>
                  <a:lnTo>
                    <a:pt x="274213" y="838372"/>
                  </a:lnTo>
                  <a:lnTo>
                    <a:pt x="270411" y="834629"/>
                  </a:lnTo>
                  <a:lnTo>
                    <a:pt x="269461" y="830887"/>
                  </a:lnTo>
                  <a:lnTo>
                    <a:pt x="269461" y="825273"/>
                  </a:lnTo>
                  <a:lnTo>
                    <a:pt x="266698" y="811150"/>
                  </a:lnTo>
                  <a:lnTo>
                    <a:pt x="264114" y="799658"/>
                  </a:lnTo>
                  <a:lnTo>
                    <a:pt x="261708" y="790798"/>
                  </a:lnTo>
                  <a:lnTo>
                    <a:pt x="256362" y="775360"/>
                  </a:lnTo>
                  <a:lnTo>
                    <a:pt x="254134" y="765974"/>
                  </a:lnTo>
                  <a:lnTo>
                    <a:pt x="252798" y="756412"/>
                  </a:lnTo>
                  <a:lnTo>
                    <a:pt x="252352" y="746675"/>
                  </a:lnTo>
                  <a:lnTo>
                    <a:pt x="254669" y="730798"/>
                  </a:lnTo>
                  <a:lnTo>
                    <a:pt x="289421" y="686324"/>
                  </a:lnTo>
                  <a:lnTo>
                    <a:pt x="327915" y="668078"/>
                  </a:lnTo>
                  <a:lnTo>
                    <a:pt x="333618" y="668078"/>
                  </a:lnTo>
                  <a:lnTo>
                    <a:pt x="337895" y="669013"/>
                  </a:lnTo>
                  <a:lnTo>
                    <a:pt x="340747" y="670885"/>
                  </a:lnTo>
                  <a:lnTo>
                    <a:pt x="350549" y="674569"/>
                  </a:lnTo>
                  <a:lnTo>
                    <a:pt x="361420" y="677201"/>
                  </a:lnTo>
                  <a:lnTo>
                    <a:pt x="373360" y="678780"/>
                  </a:lnTo>
                  <a:lnTo>
                    <a:pt x="386370" y="679306"/>
                  </a:lnTo>
                  <a:lnTo>
                    <a:pt x="405528" y="678341"/>
                  </a:lnTo>
                  <a:lnTo>
                    <a:pt x="423082" y="675446"/>
                  </a:lnTo>
                  <a:lnTo>
                    <a:pt x="439033" y="670622"/>
                  </a:lnTo>
                  <a:lnTo>
                    <a:pt x="453379" y="663867"/>
                  </a:lnTo>
                  <a:lnTo>
                    <a:pt x="466923" y="657025"/>
                  </a:lnTo>
                  <a:lnTo>
                    <a:pt x="483319" y="651937"/>
                  </a:lnTo>
                  <a:lnTo>
                    <a:pt x="502566" y="648604"/>
                  </a:lnTo>
                  <a:lnTo>
                    <a:pt x="539368" y="646148"/>
                  </a:lnTo>
                  <a:lnTo>
                    <a:pt x="552110" y="644920"/>
                  </a:lnTo>
                  <a:lnTo>
                    <a:pt x="590961" y="632288"/>
                  </a:lnTo>
                  <a:lnTo>
                    <a:pt x="633733" y="605270"/>
                  </a:lnTo>
                  <a:lnTo>
                    <a:pt x="665811" y="576849"/>
                  </a:lnTo>
                  <a:lnTo>
                    <a:pt x="683455" y="542901"/>
                  </a:lnTo>
                  <a:lnTo>
                    <a:pt x="691474" y="510415"/>
                  </a:lnTo>
                  <a:lnTo>
                    <a:pt x="691474" y="503865"/>
                  </a:lnTo>
                  <a:lnTo>
                    <a:pt x="680247" y="454917"/>
                  </a:lnTo>
                  <a:lnTo>
                    <a:pt x="649772" y="412285"/>
                  </a:lnTo>
                  <a:lnTo>
                    <a:pt x="609228" y="388074"/>
                  </a:lnTo>
                  <a:lnTo>
                    <a:pt x="560308" y="381758"/>
                  </a:lnTo>
                  <a:lnTo>
                    <a:pt x="541150" y="382460"/>
                  </a:lnTo>
                  <a:lnTo>
                    <a:pt x="523596" y="384566"/>
                  </a:lnTo>
                  <a:lnTo>
                    <a:pt x="507645" y="388074"/>
                  </a:lnTo>
                  <a:lnTo>
                    <a:pt x="493299" y="392987"/>
                  </a:lnTo>
                  <a:lnTo>
                    <a:pt x="485101" y="396671"/>
                  </a:lnTo>
                  <a:lnTo>
                    <a:pt x="477616" y="399303"/>
                  </a:lnTo>
                  <a:lnTo>
                    <a:pt x="470844" y="400882"/>
                  </a:lnTo>
                  <a:lnTo>
                    <a:pt x="464785" y="401408"/>
                  </a:lnTo>
                  <a:lnTo>
                    <a:pt x="458191" y="400882"/>
                  </a:lnTo>
                  <a:lnTo>
                    <a:pt x="449815" y="399303"/>
                  </a:lnTo>
                  <a:lnTo>
                    <a:pt x="439656" y="396671"/>
                  </a:lnTo>
                  <a:lnTo>
                    <a:pt x="415597" y="389302"/>
                  </a:lnTo>
                  <a:lnTo>
                    <a:pt x="404904" y="386671"/>
                  </a:lnTo>
                  <a:lnTo>
                    <a:pt x="395637" y="385092"/>
                  </a:lnTo>
                  <a:lnTo>
                    <a:pt x="387796" y="384565"/>
                  </a:lnTo>
                  <a:lnTo>
                    <a:pt x="379776" y="384916"/>
                  </a:lnTo>
                  <a:lnTo>
                    <a:pt x="337004" y="395794"/>
                  </a:lnTo>
                  <a:lnTo>
                    <a:pt x="293698" y="421057"/>
                  </a:lnTo>
                  <a:lnTo>
                    <a:pt x="289896" y="424800"/>
                  </a:lnTo>
                  <a:lnTo>
                    <a:pt x="286094" y="428075"/>
                  </a:lnTo>
                  <a:lnTo>
                    <a:pt x="278490" y="433689"/>
                  </a:lnTo>
                  <a:lnTo>
                    <a:pt x="275639" y="436028"/>
                  </a:lnTo>
                  <a:lnTo>
                    <a:pt x="273738" y="437900"/>
                  </a:lnTo>
                  <a:lnTo>
                    <a:pt x="269461" y="439303"/>
                  </a:lnTo>
                  <a:lnTo>
                    <a:pt x="269104" y="401408"/>
                  </a:lnTo>
                  <a:lnTo>
                    <a:pt x="268035" y="360706"/>
                  </a:lnTo>
                  <a:lnTo>
                    <a:pt x="266609" y="284915"/>
                  </a:lnTo>
                  <a:lnTo>
                    <a:pt x="310807" y="286319"/>
                  </a:lnTo>
                  <a:lnTo>
                    <a:pt x="381380" y="291056"/>
                  </a:lnTo>
                  <a:lnTo>
                    <a:pt x="396350" y="292868"/>
                  </a:lnTo>
                  <a:lnTo>
                    <a:pt x="403954" y="293336"/>
                  </a:lnTo>
                  <a:lnTo>
                    <a:pt x="413459" y="293336"/>
                  </a:lnTo>
                  <a:lnTo>
                    <a:pt x="424152" y="292635"/>
                  </a:lnTo>
                  <a:lnTo>
                    <a:pt x="434844" y="290529"/>
                  </a:lnTo>
                  <a:lnTo>
                    <a:pt x="445537" y="287020"/>
                  </a:lnTo>
                  <a:lnTo>
                    <a:pt x="456230" y="282108"/>
                  </a:lnTo>
                  <a:lnTo>
                    <a:pt x="468082" y="277196"/>
                  </a:lnTo>
                  <a:lnTo>
                    <a:pt x="477973" y="273687"/>
                  </a:lnTo>
                  <a:lnTo>
                    <a:pt x="485903" y="271582"/>
                  </a:lnTo>
                  <a:lnTo>
                    <a:pt x="491873" y="270880"/>
                  </a:lnTo>
                  <a:lnTo>
                    <a:pt x="496685" y="271143"/>
                  </a:lnTo>
                  <a:lnTo>
                    <a:pt x="502566" y="271933"/>
                  </a:lnTo>
                  <a:lnTo>
                    <a:pt x="509517" y="273248"/>
                  </a:lnTo>
                  <a:lnTo>
                    <a:pt x="525556" y="276933"/>
                  </a:lnTo>
                  <a:lnTo>
                    <a:pt x="533932" y="278248"/>
                  </a:lnTo>
                  <a:lnTo>
                    <a:pt x="542665" y="279038"/>
                  </a:lnTo>
                  <a:lnTo>
                    <a:pt x="551754" y="279301"/>
                  </a:lnTo>
                  <a:lnTo>
                    <a:pt x="583565" y="277371"/>
                  </a:lnTo>
                  <a:lnTo>
                    <a:pt x="637030" y="261932"/>
                  </a:lnTo>
                  <a:lnTo>
                    <a:pt x="678643" y="230002"/>
                  </a:lnTo>
                  <a:lnTo>
                    <a:pt x="701454" y="183686"/>
                  </a:lnTo>
                  <a:lnTo>
                    <a:pt x="704306" y="155791"/>
                  </a:lnTo>
                  <a:lnTo>
                    <a:pt x="701544" y="128334"/>
                  </a:lnTo>
                  <a:lnTo>
                    <a:pt x="679445" y="81316"/>
                  </a:lnTo>
                  <a:lnTo>
                    <a:pt x="639079" y="47632"/>
                  </a:lnTo>
                  <a:lnTo>
                    <a:pt x="586327" y="31491"/>
                  </a:lnTo>
                  <a:lnTo>
                    <a:pt x="554605" y="29473"/>
                  </a:lnTo>
                  <a:lnTo>
                    <a:pt x="536784" y="29824"/>
                  </a:lnTo>
                  <a:lnTo>
                    <a:pt x="529477" y="30263"/>
                  </a:lnTo>
                  <a:lnTo>
                    <a:pt x="517536" y="31491"/>
                  </a:lnTo>
                  <a:lnTo>
                    <a:pt x="510408" y="31930"/>
                  </a:lnTo>
                  <a:lnTo>
                    <a:pt x="491873" y="32281"/>
                  </a:lnTo>
                  <a:lnTo>
                    <a:pt x="476101" y="32017"/>
                  </a:lnTo>
                  <a:lnTo>
                    <a:pt x="463002" y="31228"/>
                  </a:lnTo>
                  <a:lnTo>
                    <a:pt x="452577" y="29912"/>
                  </a:lnTo>
                  <a:lnTo>
                    <a:pt x="444825" y="28070"/>
                  </a:lnTo>
                  <a:lnTo>
                    <a:pt x="416310" y="23859"/>
                  </a:lnTo>
                  <a:lnTo>
                    <a:pt x="380667" y="30877"/>
                  </a:lnTo>
                  <a:lnTo>
                    <a:pt x="374014" y="32281"/>
                  </a:lnTo>
                  <a:lnTo>
                    <a:pt x="369261" y="32281"/>
                  </a:lnTo>
                  <a:lnTo>
                    <a:pt x="363202" y="31491"/>
                  </a:lnTo>
                  <a:lnTo>
                    <a:pt x="356430" y="29123"/>
                  </a:lnTo>
                  <a:lnTo>
                    <a:pt x="348945" y="25175"/>
                  </a:lnTo>
                  <a:lnTo>
                    <a:pt x="340747" y="19649"/>
                  </a:lnTo>
                  <a:lnTo>
                    <a:pt x="324440" y="11052"/>
                  </a:lnTo>
                  <a:lnTo>
                    <a:pt x="305460" y="4912"/>
                  </a:lnTo>
                  <a:lnTo>
                    <a:pt x="283807" y="1228"/>
                  </a:lnTo>
                  <a:lnTo>
                    <a:pt x="259481" y="0"/>
                  </a:lnTo>
                  <a:close/>
                </a:path>
              </a:pathLst>
            </a:custGeom>
            <a:solidFill>
              <a:srgbClr val="F8C90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2749351" y="4177743"/>
              <a:ext cx="753110" cy="1068705"/>
            </a:xfrm>
            <a:custGeom>
              <a:avLst/>
              <a:gdLst/>
              <a:ahLst/>
              <a:cxnLst/>
              <a:rect l="l" t="t" r="r" b="b"/>
              <a:pathLst>
                <a:path w="753109" h="1068704">
                  <a:moveTo>
                    <a:pt x="179640" y="0"/>
                  </a:moveTo>
                  <a:lnTo>
                    <a:pt x="135443" y="8421"/>
                  </a:lnTo>
                  <a:lnTo>
                    <a:pt x="94454" y="35088"/>
                  </a:lnTo>
                  <a:lnTo>
                    <a:pt x="59880" y="78597"/>
                  </a:lnTo>
                  <a:lnTo>
                    <a:pt x="46514" y="123861"/>
                  </a:lnTo>
                  <a:lnTo>
                    <a:pt x="45623" y="143159"/>
                  </a:lnTo>
                  <a:lnTo>
                    <a:pt x="44197" y="161844"/>
                  </a:lnTo>
                  <a:lnTo>
                    <a:pt x="39920" y="180002"/>
                  </a:lnTo>
                  <a:lnTo>
                    <a:pt x="32791" y="197634"/>
                  </a:lnTo>
                  <a:lnTo>
                    <a:pt x="22811" y="214739"/>
                  </a:lnTo>
                  <a:lnTo>
                    <a:pt x="12831" y="230792"/>
                  </a:lnTo>
                  <a:lnTo>
                    <a:pt x="5702" y="248073"/>
                  </a:lnTo>
                  <a:lnTo>
                    <a:pt x="1425" y="266582"/>
                  </a:lnTo>
                  <a:lnTo>
                    <a:pt x="0" y="286319"/>
                  </a:lnTo>
                  <a:lnTo>
                    <a:pt x="980" y="302547"/>
                  </a:lnTo>
                  <a:lnTo>
                    <a:pt x="3920" y="317547"/>
                  </a:lnTo>
                  <a:lnTo>
                    <a:pt x="8821" y="331319"/>
                  </a:lnTo>
                  <a:lnTo>
                    <a:pt x="20672" y="352986"/>
                  </a:lnTo>
                  <a:lnTo>
                    <a:pt x="24237" y="360706"/>
                  </a:lnTo>
                  <a:lnTo>
                    <a:pt x="26375" y="367022"/>
                  </a:lnTo>
                  <a:lnTo>
                    <a:pt x="27088" y="371934"/>
                  </a:lnTo>
                  <a:lnTo>
                    <a:pt x="26643" y="376583"/>
                  </a:lnTo>
                  <a:lnTo>
                    <a:pt x="25306" y="383513"/>
                  </a:lnTo>
                  <a:lnTo>
                    <a:pt x="23078" y="392724"/>
                  </a:lnTo>
                  <a:lnTo>
                    <a:pt x="19960" y="404215"/>
                  </a:lnTo>
                  <a:lnTo>
                    <a:pt x="16841" y="417461"/>
                  </a:lnTo>
                  <a:lnTo>
                    <a:pt x="14613" y="429128"/>
                  </a:lnTo>
                  <a:lnTo>
                    <a:pt x="13276" y="439215"/>
                  </a:lnTo>
                  <a:lnTo>
                    <a:pt x="12831" y="447724"/>
                  </a:lnTo>
                  <a:lnTo>
                    <a:pt x="13098" y="456058"/>
                  </a:lnTo>
                  <a:lnTo>
                    <a:pt x="13900" y="465619"/>
                  </a:lnTo>
                  <a:lnTo>
                    <a:pt x="15237" y="476409"/>
                  </a:lnTo>
                  <a:lnTo>
                    <a:pt x="18979" y="500444"/>
                  </a:lnTo>
                  <a:lnTo>
                    <a:pt x="20316" y="511234"/>
                  </a:lnTo>
                  <a:lnTo>
                    <a:pt x="21118" y="520795"/>
                  </a:lnTo>
                  <a:lnTo>
                    <a:pt x="21385" y="529129"/>
                  </a:lnTo>
                  <a:lnTo>
                    <a:pt x="21385" y="539421"/>
                  </a:lnTo>
                  <a:lnTo>
                    <a:pt x="19960" y="547375"/>
                  </a:lnTo>
                  <a:lnTo>
                    <a:pt x="17108" y="552989"/>
                  </a:lnTo>
                  <a:lnTo>
                    <a:pt x="13989" y="560533"/>
                  </a:lnTo>
                  <a:lnTo>
                    <a:pt x="11762" y="570533"/>
                  </a:lnTo>
                  <a:lnTo>
                    <a:pt x="10425" y="582989"/>
                  </a:lnTo>
                  <a:lnTo>
                    <a:pt x="9980" y="597902"/>
                  </a:lnTo>
                  <a:lnTo>
                    <a:pt x="10603" y="615621"/>
                  </a:lnTo>
                  <a:lnTo>
                    <a:pt x="12475" y="630884"/>
                  </a:lnTo>
                  <a:lnTo>
                    <a:pt x="15593" y="643692"/>
                  </a:lnTo>
                  <a:lnTo>
                    <a:pt x="19960" y="654043"/>
                  </a:lnTo>
                  <a:lnTo>
                    <a:pt x="23880" y="664043"/>
                  </a:lnTo>
                  <a:lnTo>
                    <a:pt x="25662" y="672990"/>
                  </a:lnTo>
                  <a:lnTo>
                    <a:pt x="25306" y="680885"/>
                  </a:lnTo>
                  <a:lnTo>
                    <a:pt x="22811" y="687727"/>
                  </a:lnTo>
                  <a:lnTo>
                    <a:pt x="19692" y="697201"/>
                  </a:lnTo>
                  <a:lnTo>
                    <a:pt x="17465" y="707377"/>
                  </a:lnTo>
                  <a:lnTo>
                    <a:pt x="16128" y="718254"/>
                  </a:lnTo>
                  <a:lnTo>
                    <a:pt x="15682" y="729833"/>
                  </a:lnTo>
                  <a:lnTo>
                    <a:pt x="16663" y="751149"/>
                  </a:lnTo>
                  <a:lnTo>
                    <a:pt x="19603" y="770184"/>
                  </a:lnTo>
                  <a:lnTo>
                    <a:pt x="24504" y="786939"/>
                  </a:lnTo>
                  <a:lnTo>
                    <a:pt x="36355" y="811676"/>
                  </a:lnTo>
                  <a:lnTo>
                    <a:pt x="39920" y="820009"/>
                  </a:lnTo>
                  <a:lnTo>
                    <a:pt x="42058" y="826413"/>
                  </a:lnTo>
                  <a:lnTo>
                    <a:pt x="42771" y="830887"/>
                  </a:lnTo>
                  <a:lnTo>
                    <a:pt x="42771" y="835565"/>
                  </a:lnTo>
                  <a:lnTo>
                    <a:pt x="40395" y="843519"/>
                  </a:lnTo>
                  <a:lnTo>
                    <a:pt x="35642" y="854747"/>
                  </a:lnTo>
                  <a:lnTo>
                    <a:pt x="30652" y="867992"/>
                  </a:lnTo>
                  <a:lnTo>
                    <a:pt x="27088" y="881063"/>
                  </a:lnTo>
                  <a:lnTo>
                    <a:pt x="24950" y="893958"/>
                  </a:lnTo>
                  <a:lnTo>
                    <a:pt x="24237" y="906677"/>
                  </a:lnTo>
                  <a:lnTo>
                    <a:pt x="26910" y="933432"/>
                  </a:lnTo>
                  <a:lnTo>
                    <a:pt x="48296" y="979046"/>
                  </a:lnTo>
                  <a:lnTo>
                    <a:pt x="93919" y="1015714"/>
                  </a:lnTo>
                  <a:lnTo>
                    <a:pt x="155225" y="1036065"/>
                  </a:lnTo>
                  <a:lnTo>
                    <a:pt x="189620" y="1038609"/>
                  </a:lnTo>
                  <a:lnTo>
                    <a:pt x="211006" y="1038609"/>
                  </a:lnTo>
                  <a:lnTo>
                    <a:pt x="214808" y="1037673"/>
                  </a:lnTo>
                  <a:lnTo>
                    <a:pt x="217660" y="1037205"/>
                  </a:lnTo>
                  <a:lnTo>
                    <a:pt x="219561" y="1037205"/>
                  </a:lnTo>
                  <a:lnTo>
                    <a:pt x="231412" y="1038082"/>
                  </a:lnTo>
                  <a:lnTo>
                    <a:pt x="244154" y="1040714"/>
                  </a:lnTo>
                  <a:lnTo>
                    <a:pt x="257788" y="1045100"/>
                  </a:lnTo>
                  <a:lnTo>
                    <a:pt x="272312" y="1051240"/>
                  </a:lnTo>
                  <a:lnTo>
                    <a:pt x="288530" y="1058609"/>
                  </a:lnTo>
                  <a:lnTo>
                    <a:pt x="302965" y="1063872"/>
                  </a:lnTo>
                  <a:lnTo>
                    <a:pt x="315619" y="1067030"/>
                  </a:lnTo>
                  <a:lnTo>
                    <a:pt x="326490" y="1068083"/>
                  </a:lnTo>
                  <a:lnTo>
                    <a:pt x="338608" y="1067030"/>
                  </a:lnTo>
                  <a:lnTo>
                    <a:pt x="352153" y="1063872"/>
                  </a:lnTo>
                  <a:lnTo>
                    <a:pt x="367123" y="1058609"/>
                  </a:lnTo>
                  <a:lnTo>
                    <a:pt x="383519" y="1051240"/>
                  </a:lnTo>
                  <a:lnTo>
                    <a:pt x="397865" y="1044486"/>
                  </a:lnTo>
                  <a:lnTo>
                    <a:pt x="409538" y="1039661"/>
                  </a:lnTo>
                  <a:lnTo>
                    <a:pt x="418538" y="1036766"/>
                  </a:lnTo>
                  <a:lnTo>
                    <a:pt x="424864" y="1035802"/>
                  </a:lnTo>
                  <a:lnTo>
                    <a:pt x="429617" y="1035802"/>
                  </a:lnTo>
                  <a:lnTo>
                    <a:pt x="434844" y="1037205"/>
                  </a:lnTo>
                  <a:lnTo>
                    <a:pt x="440547" y="1040012"/>
                  </a:lnTo>
                  <a:lnTo>
                    <a:pt x="451151" y="1043082"/>
                  </a:lnTo>
                  <a:lnTo>
                    <a:pt x="461577" y="1045275"/>
                  </a:lnTo>
                  <a:lnTo>
                    <a:pt x="471824" y="1046591"/>
                  </a:lnTo>
                  <a:lnTo>
                    <a:pt x="481893" y="1047030"/>
                  </a:lnTo>
                  <a:lnTo>
                    <a:pt x="495081" y="1046416"/>
                  </a:lnTo>
                  <a:lnTo>
                    <a:pt x="507556" y="1044574"/>
                  </a:lnTo>
                  <a:lnTo>
                    <a:pt x="519318" y="1041503"/>
                  </a:lnTo>
                  <a:lnTo>
                    <a:pt x="538388" y="1034135"/>
                  </a:lnTo>
                  <a:lnTo>
                    <a:pt x="545338" y="1031942"/>
                  </a:lnTo>
                  <a:lnTo>
                    <a:pt x="551219" y="1030626"/>
                  </a:lnTo>
                  <a:lnTo>
                    <a:pt x="556031" y="1030187"/>
                  </a:lnTo>
                  <a:lnTo>
                    <a:pt x="561734" y="1030187"/>
                  </a:lnTo>
                  <a:lnTo>
                    <a:pt x="568387" y="1031591"/>
                  </a:lnTo>
                  <a:lnTo>
                    <a:pt x="575991" y="1034398"/>
                  </a:lnTo>
                  <a:lnTo>
                    <a:pt x="586951" y="1037468"/>
                  </a:lnTo>
                  <a:lnTo>
                    <a:pt x="598446" y="1039661"/>
                  </a:lnTo>
                  <a:lnTo>
                    <a:pt x="610476" y="1040977"/>
                  </a:lnTo>
                  <a:lnTo>
                    <a:pt x="623040" y="1041416"/>
                  </a:lnTo>
                  <a:lnTo>
                    <a:pt x="642554" y="1040714"/>
                  </a:lnTo>
                  <a:lnTo>
                    <a:pt x="687197" y="1030187"/>
                  </a:lnTo>
                  <a:lnTo>
                    <a:pt x="736384" y="983871"/>
                  </a:lnTo>
                  <a:lnTo>
                    <a:pt x="752780" y="915098"/>
                  </a:lnTo>
                  <a:lnTo>
                    <a:pt x="750018" y="885361"/>
                  </a:lnTo>
                  <a:lnTo>
                    <a:pt x="727919" y="832729"/>
                  </a:lnTo>
                  <a:lnTo>
                    <a:pt x="689247" y="793255"/>
                  </a:lnTo>
                  <a:lnTo>
                    <a:pt x="650039" y="774307"/>
                  </a:lnTo>
                  <a:lnTo>
                    <a:pt x="630168" y="771939"/>
                  </a:lnTo>
                  <a:lnTo>
                    <a:pt x="620188" y="772553"/>
                  </a:lnTo>
                  <a:lnTo>
                    <a:pt x="608782" y="774395"/>
                  </a:lnTo>
                  <a:lnTo>
                    <a:pt x="595951" y="777465"/>
                  </a:lnTo>
                  <a:lnTo>
                    <a:pt x="581694" y="781763"/>
                  </a:lnTo>
                  <a:lnTo>
                    <a:pt x="568239" y="786062"/>
                  </a:lnTo>
                  <a:lnTo>
                    <a:pt x="557813" y="789132"/>
                  </a:lnTo>
                  <a:lnTo>
                    <a:pt x="550417" y="790974"/>
                  </a:lnTo>
                  <a:lnTo>
                    <a:pt x="546051" y="791588"/>
                  </a:lnTo>
                  <a:lnTo>
                    <a:pt x="540526" y="790799"/>
                  </a:lnTo>
                  <a:lnTo>
                    <a:pt x="533932" y="788430"/>
                  </a:lnTo>
                  <a:lnTo>
                    <a:pt x="526269" y="784483"/>
                  </a:lnTo>
                  <a:lnTo>
                    <a:pt x="517536" y="778956"/>
                  </a:lnTo>
                  <a:lnTo>
                    <a:pt x="504438" y="772816"/>
                  </a:lnTo>
                  <a:lnTo>
                    <a:pt x="489378" y="768430"/>
                  </a:lnTo>
                  <a:lnTo>
                    <a:pt x="472359" y="765798"/>
                  </a:lnTo>
                  <a:lnTo>
                    <a:pt x="453379" y="764921"/>
                  </a:lnTo>
                  <a:lnTo>
                    <a:pt x="437874" y="765535"/>
                  </a:lnTo>
                  <a:lnTo>
                    <a:pt x="424152" y="767377"/>
                  </a:lnTo>
                  <a:lnTo>
                    <a:pt x="412211" y="770447"/>
                  </a:lnTo>
                  <a:lnTo>
                    <a:pt x="402053" y="774746"/>
                  </a:lnTo>
                  <a:lnTo>
                    <a:pt x="394211" y="777816"/>
                  </a:lnTo>
                  <a:lnTo>
                    <a:pt x="384944" y="780009"/>
                  </a:lnTo>
                  <a:lnTo>
                    <a:pt x="374251" y="781325"/>
                  </a:lnTo>
                  <a:lnTo>
                    <a:pt x="362133" y="781763"/>
                  </a:lnTo>
                  <a:lnTo>
                    <a:pt x="347875" y="781412"/>
                  </a:lnTo>
                  <a:lnTo>
                    <a:pt x="341816" y="780974"/>
                  </a:lnTo>
                  <a:lnTo>
                    <a:pt x="336470" y="780360"/>
                  </a:lnTo>
                  <a:lnTo>
                    <a:pt x="289421" y="777553"/>
                  </a:lnTo>
                  <a:lnTo>
                    <a:pt x="289421" y="753693"/>
                  </a:lnTo>
                  <a:lnTo>
                    <a:pt x="288797" y="740973"/>
                  </a:lnTo>
                  <a:lnTo>
                    <a:pt x="286926" y="728079"/>
                  </a:lnTo>
                  <a:lnTo>
                    <a:pt x="283807" y="715008"/>
                  </a:lnTo>
                  <a:lnTo>
                    <a:pt x="279441" y="701762"/>
                  </a:lnTo>
                  <a:lnTo>
                    <a:pt x="276322" y="690710"/>
                  </a:lnTo>
                  <a:lnTo>
                    <a:pt x="274094" y="678604"/>
                  </a:lnTo>
                  <a:lnTo>
                    <a:pt x="272758" y="665446"/>
                  </a:lnTo>
                  <a:lnTo>
                    <a:pt x="272312" y="651235"/>
                  </a:lnTo>
                  <a:lnTo>
                    <a:pt x="272312" y="641879"/>
                  </a:lnTo>
                  <a:lnTo>
                    <a:pt x="272787" y="634861"/>
                  </a:lnTo>
                  <a:lnTo>
                    <a:pt x="273738" y="630183"/>
                  </a:lnTo>
                  <a:lnTo>
                    <a:pt x="273738" y="618954"/>
                  </a:lnTo>
                  <a:lnTo>
                    <a:pt x="274688" y="614276"/>
                  </a:lnTo>
                  <a:lnTo>
                    <a:pt x="275164" y="611001"/>
                  </a:lnTo>
                  <a:lnTo>
                    <a:pt x="274451" y="597112"/>
                  </a:lnTo>
                  <a:lnTo>
                    <a:pt x="272312" y="584919"/>
                  </a:lnTo>
                  <a:lnTo>
                    <a:pt x="268748" y="572550"/>
                  </a:lnTo>
                  <a:lnTo>
                    <a:pt x="258679" y="547638"/>
                  </a:lnTo>
                  <a:lnTo>
                    <a:pt x="256273" y="537199"/>
                  </a:lnTo>
                  <a:lnTo>
                    <a:pt x="256540" y="528690"/>
                  </a:lnTo>
                  <a:lnTo>
                    <a:pt x="259481" y="522111"/>
                  </a:lnTo>
                  <a:lnTo>
                    <a:pt x="267590" y="509216"/>
                  </a:lnTo>
                  <a:lnTo>
                    <a:pt x="273382" y="492988"/>
                  </a:lnTo>
                  <a:lnTo>
                    <a:pt x="276857" y="473426"/>
                  </a:lnTo>
                  <a:lnTo>
                    <a:pt x="278015" y="450531"/>
                  </a:lnTo>
                  <a:lnTo>
                    <a:pt x="277837" y="441408"/>
                  </a:lnTo>
                  <a:lnTo>
                    <a:pt x="277302" y="433689"/>
                  </a:lnTo>
                  <a:lnTo>
                    <a:pt x="276411" y="427373"/>
                  </a:lnTo>
                  <a:lnTo>
                    <a:pt x="272312" y="412168"/>
                  </a:lnTo>
                  <a:lnTo>
                    <a:pt x="270887" y="404215"/>
                  </a:lnTo>
                  <a:lnTo>
                    <a:pt x="270887" y="392051"/>
                  </a:lnTo>
                  <a:lnTo>
                    <a:pt x="273263" y="385033"/>
                  </a:lnTo>
                  <a:lnTo>
                    <a:pt x="278015" y="377548"/>
                  </a:lnTo>
                  <a:lnTo>
                    <a:pt x="285500" y="364127"/>
                  </a:lnTo>
                  <a:lnTo>
                    <a:pt x="290847" y="349127"/>
                  </a:lnTo>
                  <a:lnTo>
                    <a:pt x="294054" y="332547"/>
                  </a:lnTo>
                  <a:lnTo>
                    <a:pt x="295124" y="314389"/>
                  </a:lnTo>
                  <a:lnTo>
                    <a:pt x="294589" y="301933"/>
                  </a:lnTo>
                  <a:lnTo>
                    <a:pt x="292985" y="289828"/>
                  </a:lnTo>
                  <a:lnTo>
                    <a:pt x="290312" y="278073"/>
                  </a:lnTo>
                  <a:lnTo>
                    <a:pt x="286570" y="266669"/>
                  </a:lnTo>
                  <a:lnTo>
                    <a:pt x="282827" y="256143"/>
                  </a:lnTo>
                  <a:lnTo>
                    <a:pt x="280154" y="247020"/>
                  </a:lnTo>
                  <a:lnTo>
                    <a:pt x="278550" y="239301"/>
                  </a:lnTo>
                  <a:lnTo>
                    <a:pt x="278015" y="232985"/>
                  </a:lnTo>
                  <a:lnTo>
                    <a:pt x="278728" y="226757"/>
                  </a:lnTo>
                  <a:lnTo>
                    <a:pt x="280867" y="217897"/>
                  </a:lnTo>
                  <a:lnTo>
                    <a:pt x="284431" y="206406"/>
                  </a:lnTo>
                  <a:lnTo>
                    <a:pt x="295658" y="174388"/>
                  </a:lnTo>
                  <a:lnTo>
                    <a:pt x="300114" y="157194"/>
                  </a:lnTo>
                  <a:lnTo>
                    <a:pt x="302787" y="140703"/>
                  </a:lnTo>
                  <a:lnTo>
                    <a:pt x="303678" y="124913"/>
                  </a:lnTo>
                  <a:lnTo>
                    <a:pt x="302698" y="108510"/>
                  </a:lnTo>
                  <a:lnTo>
                    <a:pt x="287995" y="64562"/>
                  </a:lnTo>
                  <a:lnTo>
                    <a:pt x="243798" y="16140"/>
                  </a:lnTo>
                  <a:lnTo>
                    <a:pt x="214214" y="4035"/>
                  </a:lnTo>
                  <a:lnTo>
                    <a:pt x="179640" y="0"/>
                  </a:lnTo>
                  <a:close/>
                </a:path>
              </a:pathLst>
            </a:custGeom>
            <a:solidFill>
              <a:srgbClr val="DA5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640393" y="4266165"/>
              <a:ext cx="841375" cy="962025"/>
            </a:xfrm>
            <a:custGeom>
              <a:avLst/>
              <a:gdLst/>
              <a:ahLst/>
              <a:cxnLst/>
              <a:rect l="l" t="t" r="r" b="b"/>
              <a:pathLst>
                <a:path w="841375" h="962025">
                  <a:moveTo>
                    <a:pt x="189620" y="0"/>
                  </a:moveTo>
                  <a:lnTo>
                    <a:pt x="143998" y="7017"/>
                  </a:lnTo>
                  <a:lnTo>
                    <a:pt x="106572" y="24912"/>
                  </a:lnTo>
                  <a:lnTo>
                    <a:pt x="74137" y="53333"/>
                  </a:lnTo>
                  <a:lnTo>
                    <a:pt x="51682" y="88071"/>
                  </a:lnTo>
                  <a:lnTo>
                    <a:pt x="44197" y="127720"/>
                  </a:lnTo>
                  <a:lnTo>
                    <a:pt x="44642" y="135352"/>
                  </a:lnTo>
                  <a:lnTo>
                    <a:pt x="45979" y="144212"/>
                  </a:lnTo>
                  <a:lnTo>
                    <a:pt x="48207" y="154300"/>
                  </a:lnTo>
                  <a:lnTo>
                    <a:pt x="51325" y="165616"/>
                  </a:lnTo>
                  <a:lnTo>
                    <a:pt x="54177" y="172165"/>
                  </a:lnTo>
                  <a:lnTo>
                    <a:pt x="55603" y="177779"/>
                  </a:lnTo>
                  <a:lnTo>
                    <a:pt x="55603" y="182458"/>
                  </a:lnTo>
                  <a:lnTo>
                    <a:pt x="54533" y="188335"/>
                  </a:lnTo>
                  <a:lnTo>
                    <a:pt x="51325" y="196142"/>
                  </a:lnTo>
                  <a:lnTo>
                    <a:pt x="45979" y="205879"/>
                  </a:lnTo>
                  <a:lnTo>
                    <a:pt x="38494" y="217546"/>
                  </a:lnTo>
                  <a:lnTo>
                    <a:pt x="29672" y="234301"/>
                  </a:lnTo>
                  <a:lnTo>
                    <a:pt x="23168" y="253687"/>
                  </a:lnTo>
                  <a:lnTo>
                    <a:pt x="18980" y="275705"/>
                  </a:lnTo>
                  <a:lnTo>
                    <a:pt x="17108" y="300354"/>
                  </a:lnTo>
                  <a:lnTo>
                    <a:pt x="16574" y="323512"/>
                  </a:lnTo>
                  <a:lnTo>
                    <a:pt x="14970" y="342460"/>
                  </a:lnTo>
                  <a:lnTo>
                    <a:pt x="12296" y="357197"/>
                  </a:lnTo>
                  <a:lnTo>
                    <a:pt x="8554" y="367723"/>
                  </a:lnTo>
                  <a:lnTo>
                    <a:pt x="4811" y="376583"/>
                  </a:lnTo>
                  <a:lnTo>
                    <a:pt x="2138" y="386320"/>
                  </a:lnTo>
                  <a:lnTo>
                    <a:pt x="534" y="396934"/>
                  </a:lnTo>
                  <a:lnTo>
                    <a:pt x="0" y="408425"/>
                  </a:lnTo>
                  <a:lnTo>
                    <a:pt x="801" y="423864"/>
                  </a:lnTo>
                  <a:lnTo>
                    <a:pt x="3207" y="439303"/>
                  </a:lnTo>
                  <a:lnTo>
                    <a:pt x="7217" y="454742"/>
                  </a:lnTo>
                  <a:lnTo>
                    <a:pt x="17197" y="481935"/>
                  </a:lnTo>
                  <a:lnTo>
                    <a:pt x="20316" y="491935"/>
                  </a:lnTo>
                  <a:lnTo>
                    <a:pt x="22187" y="500181"/>
                  </a:lnTo>
                  <a:lnTo>
                    <a:pt x="22811" y="506672"/>
                  </a:lnTo>
                  <a:lnTo>
                    <a:pt x="22811" y="512286"/>
                  </a:lnTo>
                  <a:lnTo>
                    <a:pt x="21385" y="517900"/>
                  </a:lnTo>
                  <a:lnTo>
                    <a:pt x="18534" y="523515"/>
                  </a:lnTo>
                  <a:lnTo>
                    <a:pt x="11673" y="538953"/>
                  </a:lnTo>
                  <a:lnTo>
                    <a:pt x="6772" y="554392"/>
                  </a:lnTo>
                  <a:lnTo>
                    <a:pt x="3831" y="569831"/>
                  </a:lnTo>
                  <a:lnTo>
                    <a:pt x="2851" y="585270"/>
                  </a:lnTo>
                  <a:lnTo>
                    <a:pt x="3297" y="595972"/>
                  </a:lnTo>
                  <a:lnTo>
                    <a:pt x="4633" y="605621"/>
                  </a:lnTo>
                  <a:lnTo>
                    <a:pt x="6861" y="614217"/>
                  </a:lnTo>
                  <a:lnTo>
                    <a:pt x="13098" y="628779"/>
                  </a:lnTo>
                  <a:lnTo>
                    <a:pt x="15326" y="635797"/>
                  </a:lnTo>
                  <a:lnTo>
                    <a:pt x="16663" y="642814"/>
                  </a:lnTo>
                  <a:lnTo>
                    <a:pt x="17108" y="649832"/>
                  </a:lnTo>
                  <a:lnTo>
                    <a:pt x="16663" y="657025"/>
                  </a:lnTo>
                  <a:lnTo>
                    <a:pt x="15326" y="664569"/>
                  </a:lnTo>
                  <a:lnTo>
                    <a:pt x="13098" y="672464"/>
                  </a:lnTo>
                  <a:lnTo>
                    <a:pt x="9980" y="680709"/>
                  </a:lnTo>
                  <a:lnTo>
                    <a:pt x="5613" y="694218"/>
                  </a:lnTo>
                  <a:lnTo>
                    <a:pt x="2495" y="706675"/>
                  </a:lnTo>
                  <a:lnTo>
                    <a:pt x="623" y="718078"/>
                  </a:lnTo>
                  <a:lnTo>
                    <a:pt x="0" y="728429"/>
                  </a:lnTo>
                  <a:lnTo>
                    <a:pt x="801" y="737640"/>
                  </a:lnTo>
                  <a:lnTo>
                    <a:pt x="12831" y="774746"/>
                  </a:lnTo>
                  <a:lnTo>
                    <a:pt x="51325" y="819220"/>
                  </a:lnTo>
                  <a:lnTo>
                    <a:pt x="91780" y="847992"/>
                  </a:lnTo>
                  <a:lnTo>
                    <a:pt x="121186" y="864571"/>
                  </a:lnTo>
                  <a:lnTo>
                    <a:pt x="125285" y="866764"/>
                  </a:lnTo>
                  <a:lnTo>
                    <a:pt x="133304" y="873343"/>
                  </a:lnTo>
                  <a:lnTo>
                    <a:pt x="145245" y="884308"/>
                  </a:lnTo>
                  <a:lnTo>
                    <a:pt x="161106" y="899660"/>
                  </a:lnTo>
                  <a:lnTo>
                    <a:pt x="192917" y="926063"/>
                  </a:lnTo>
                  <a:lnTo>
                    <a:pt x="228471" y="944923"/>
                  </a:lnTo>
                  <a:lnTo>
                    <a:pt x="267768" y="956239"/>
                  </a:lnTo>
                  <a:lnTo>
                    <a:pt x="310807" y="960011"/>
                  </a:lnTo>
                  <a:lnTo>
                    <a:pt x="367479" y="960362"/>
                  </a:lnTo>
                  <a:lnTo>
                    <a:pt x="389132" y="960801"/>
                  </a:lnTo>
                  <a:lnTo>
                    <a:pt x="406330" y="961415"/>
                  </a:lnTo>
                  <a:lnTo>
                    <a:pt x="430567" y="961415"/>
                  </a:lnTo>
                  <a:lnTo>
                    <a:pt x="471735" y="953520"/>
                  </a:lnTo>
                  <a:lnTo>
                    <a:pt x="491250" y="941239"/>
                  </a:lnTo>
                  <a:lnTo>
                    <a:pt x="500784" y="936853"/>
                  </a:lnTo>
                  <a:lnTo>
                    <a:pt x="510497" y="934221"/>
                  </a:lnTo>
                  <a:lnTo>
                    <a:pt x="520388" y="933344"/>
                  </a:lnTo>
                  <a:lnTo>
                    <a:pt x="527992" y="933344"/>
                  </a:lnTo>
                  <a:lnTo>
                    <a:pt x="534170" y="933812"/>
                  </a:lnTo>
                  <a:lnTo>
                    <a:pt x="538922" y="934748"/>
                  </a:lnTo>
                  <a:lnTo>
                    <a:pt x="544001" y="935362"/>
                  </a:lnTo>
                  <a:lnTo>
                    <a:pt x="550684" y="935800"/>
                  </a:lnTo>
                  <a:lnTo>
                    <a:pt x="558971" y="936063"/>
                  </a:lnTo>
                  <a:lnTo>
                    <a:pt x="581219" y="936151"/>
                  </a:lnTo>
                  <a:lnTo>
                    <a:pt x="589298" y="935683"/>
                  </a:lnTo>
                  <a:lnTo>
                    <a:pt x="626961" y="917204"/>
                  </a:lnTo>
                  <a:lnTo>
                    <a:pt x="665811" y="881414"/>
                  </a:lnTo>
                  <a:lnTo>
                    <a:pt x="697890" y="841413"/>
                  </a:lnTo>
                  <a:lnTo>
                    <a:pt x="710454" y="802202"/>
                  </a:lnTo>
                  <a:lnTo>
                    <a:pt x="716068" y="791939"/>
                  </a:lnTo>
                  <a:lnTo>
                    <a:pt x="725424" y="780448"/>
                  </a:lnTo>
                  <a:lnTo>
                    <a:pt x="738523" y="767728"/>
                  </a:lnTo>
                  <a:lnTo>
                    <a:pt x="757859" y="746851"/>
                  </a:lnTo>
                  <a:lnTo>
                    <a:pt x="771671" y="724921"/>
                  </a:lnTo>
                  <a:lnTo>
                    <a:pt x="779958" y="701938"/>
                  </a:lnTo>
                  <a:lnTo>
                    <a:pt x="782720" y="677902"/>
                  </a:lnTo>
                  <a:lnTo>
                    <a:pt x="782097" y="671148"/>
                  </a:lnTo>
                  <a:lnTo>
                    <a:pt x="780225" y="662113"/>
                  </a:lnTo>
                  <a:lnTo>
                    <a:pt x="777107" y="650797"/>
                  </a:lnTo>
                  <a:lnTo>
                    <a:pt x="772740" y="637200"/>
                  </a:lnTo>
                  <a:lnTo>
                    <a:pt x="767988" y="625036"/>
                  </a:lnTo>
                  <a:lnTo>
                    <a:pt x="765612" y="617083"/>
                  </a:lnTo>
                  <a:lnTo>
                    <a:pt x="765612" y="608662"/>
                  </a:lnTo>
                  <a:lnTo>
                    <a:pt x="769414" y="601176"/>
                  </a:lnTo>
                  <a:lnTo>
                    <a:pt x="777018" y="590884"/>
                  </a:lnTo>
                  <a:lnTo>
                    <a:pt x="784146" y="579919"/>
                  </a:lnTo>
                  <a:lnTo>
                    <a:pt x="789849" y="563866"/>
                  </a:lnTo>
                  <a:lnTo>
                    <a:pt x="794126" y="542725"/>
                  </a:lnTo>
                  <a:lnTo>
                    <a:pt x="796978" y="516497"/>
                  </a:lnTo>
                  <a:lnTo>
                    <a:pt x="800988" y="489655"/>
                  </a:lnTo>
                  <a:lnTo>
                    <a:pt x="805888" y="466672"/>
                  </a:lnTo>
                  <a:lnTo>
                    <a:pt x="811681" y="447549"/>
                  </a:lnTo>
                  <a:lnTo>
                    <a:pt x="818364" y="432285"/>
                  </a:lnTo>
                  <a:lnTo>
                    <a:pt x="824601" y="418601"/>
                  </a:lnTo>
                  <a:lnTo>
                    <a:pt x="829057" y="404215"/>
                  </a:lnTo>
                  <a:lnTo>
                    <a:pt x="831730" y="389127"/>
                  </a:lnTo>
                  <a:lnTo>
                    <a:pt x="832621" y="373337"/>
                  </a:lnTo>
                  <a:lnTo>
                    <a:pt x="832086" y="360442"/>
                  </a:lnTo>
                  <a:lnTo>
                    <a:pt x="830482" y="347021"/>
                  </a:lnTo>
                  <a:lnTo>
                    <a:pt x="827809" y="333074"/>
                  </a:lnTo>
                  <a:lnTo>
                    <a:pt x="824066" y="318600"/>
                  </a:lnTo>
                  <a:lnTo>
                    <a:pt x="821571" y="310442"/>
                  </a:lnTo>
                  <a:lnTo>
                    <a:pt x="819789" y="302810"/>
                  </a:lnTo>
                  <a:lnTo>
                    <a:pt x="818720" y="295705"/>
                  </a:lnTo>
                  <a:lnTo>
                    <a:pt x="818364" y="289126"/>
                  </a:lnTo>
                  <a:lnTo>
                    <a:pt x="818898" y="282898"/>
                  </a:lnTo>
                  <a:lnTo>
                    <a:pt x="820502" y="275441"/>
                  </a:lnTo>
                  <a:lnTo>
                    <a:pt x="823175" y="266757"/>
                  </a:lnTo>
                  <a:lnTo>
                    <a:pt x="826918" y="256845"/>
                  </a:lnTo>
                  <a:lnTo>
                    <a:pt x="833155" y="241143"/>
                  </a:lnTo>
                  <a:lnTo>
                    <a:pt x="837611" y="226318"/>
                  </a:lnTo>
                  <a:lnTo>
                    <a:pt x="840284" y="212371"/>
                  </a:lnTo>
                  <a:lnTo>
                    <a:pt x="841175" y="199300"/>
                  </a:lnTo>
                  <a:lnTo>
                    <a:pt x="838324" y="174826"/>
                  </a:lnTo>
                  <a:lnTo>
                    <a:pt x="815512" y="130615"/>
                  </a:lnTo>
                  <a:lnTo>
                    <a:pt x="777018" y="97369"/>
                  </a:lnTo>
                  <a:lnTo>
                    <a:pt x="735672" y="81930"/>
                  </a:lnTo>
                  <a:lnTo>
                    <a:pt x="712860" y="80000"/>
                  </a:lnTo>
                  <a:lnTo>
                    <a:pt x="675702" y="84650"/>
                  </a:lnTo>
                  <a:lnTo>
                    <a:pt x="617961" y="121843"/>
                  </a:lnTo>
                  <a:lnTo>
                    <a:pt x="597377" y="154387"/>
                  </a:lnTo>
                  <a:lnTo>
                    <a:pt x="585347" y="203072"/>
                  </a:lnTo>
                  <a:lnTo>
                    <a:pt x="584545" y="223160"/>
                  </a:lnTo>
                  <a:lnTo>
                    <a:pt x="584902" y="236230"/>
                  </a:lnTo>
                  <a:lnTo>
                    <a:pt x="585971" y="247371"/>
                  </a:lnTo>
                  <a:lnTo>
                    <a:pt x="587753" y="256582"/>
                  </a:lnTo>
                  <a:lnTo>
                    <a:pt x="590248" y="263862"/>
                  </a:lnTo>
                  <a:lnTo>
                    <a:pt x="591674" y="265266"/>
                  </a:lnTo>
                  <a:lnTo>
                    <a:pt x="591674" y="268541"/>
                  </a:lnTo>
                  <a:lnTo>
                    <a:pt x="590783" y="276757"/>
                  </a:lnTo>
                  <a:lnTo>
                    <a:pt x="588110" y="285968"/>
                  </a:lnTo>
                  <a:lnTo>
                    <a:pt x="583654" y="297108"/>
                  </a:lnTo>
                  <a:lnTo>
                    <a:pt x="569932" y="325354"/>
                  </a:lnTo>
                  <a:lnTo>
                    <a:pt x="564585" y="340004"/>
                  </a:lnTo>
                  <a:lnTo>
                    <a:pt x="561377" y="354127"/>
                  </a:lnTo>
                  <a:lnTo>
                    <a:pt x="559328" y="380180"/>
                  </a:lnTo>
                  <a:lnTo>
                    <a:pt x="556387" y="392285"/>
                  </a:lnTo>
                  <a:lnTo>
                    <a:pt x="551486" y="404039"/>
                  </a:lnTo>
                  <a:lnTo>
                    <a:pt x="544625" y="415443"/>
                  </a:lnTo>
                  <a:lnTo>
                    <a:pt x="526536" y="443514"/>
                  </a:lnTo>
                  <a:lnTo>
                    <a:pt x="513616" y="471584"/>
                  </a:lnTo>
                  <a:lnTo>
                    <a:pt x="505863" y="499655"/>
                  </a:lnTo>
                  <a:lnTo>
                    <a:pt x="503279" y="527725"/>
                  </a:lnTo>
                  <a:lnTo>
                    <a:pt x="503725" y="536585"/>
                  </a:lnTo>
                  <a:lnTo>
                    <a:pt x="505061" y="544918"/>
                  </a:lnTo>
                  <a:lnTo>
                    <a:pt x="507289" y="552726"/>
                  </a:lnTo>
                  <a:lnTo>
                    <a:pt x="510408" y="560006"/>
                  </a:lnTo>
                  <a:lnTo>
                    <a:pt x="512309" y="562813"/>
                  </a:lnTo>
                  <a:lnTo>
                    <a:pt x="513259" y="567960"/>
                  </a:lnTo>
                  <a:lnTo>
                    <a:pt x="513259" y="575445"/>
                  </a:lnTo>
                  <a:lnTo>
                    <a:pt x="512814" y="585007"/>
                  </a:lnTo>
                  <a:lnTo>
                    <a:pt x="511477" y="595445"/>
                  </a:lnTo>
                  <a:lnTo>
                    <a:pt x="509249" y="606761"/>
                  </a:lnTo>
                  <a:lnTo>
                    <a:pt x="502655" y="632902"/>
                  </a:lnTo>
                  <a:lnTo>
                    <a:pt x="499358" y="648078"/>
                  </a:lnTo>
                  <a:lnTo>
                    <a:pt x="496240" y="664481"/>
                  </a:lnTo>
                  <a:lnTo>
                    <a:pt x="493299" y="682113"/>
                  </a:lnTo>
                  <a:lnTo>
                    <a:pt x="491398" y="689599"/>
                  </a:lnTo>
                  <a:lnTo>
                    <a:pt x="489497" y="694745"/>
                  </a:lnTo>
                  <a:lnTo>
                    <a:pt x="487596" y="697552"/>
                  </a:lnTo>
                  <a:lnTo>
                    <a:pt x="485695" y="699423"/>
                  </a:lnTo>
                  <a:lnTo>
                    <a:pt x="479992" y="700359"/>
                  </a:lnTo>
                  <a:lnTo>
                    <a:pt x="460508" y="700359"/>
                  </a:lnTo>
                  <a:lnTo>
                    <a:pt x="455755" y="699423"/>
                  </a:lnTo>
                  <a:lnTo>
                    <a:pt x="451953" y="698955"/>
                  </a:lnTo>
                  <a:lnTo>
                    <a:pt x="440547" y="698955"/>
                  </a:lnTo>
                  <a:lnTo>
                    <a:pt x="436745" y="698020"/>
                  </a:lnTo>
                  <a:lnTo>
                    <a:pt x="433894" y="697552"/>
                  </a:lnTo>
                  <a:lnTo>
                    <a:pt x="393766" y="703078"/>
                  </a:lnTo>
                  <a:lnTo>
                    <a:pt x="374162" y="711061"/>
                  </a:lnTo>
                  <a:lnTo>
                    <a:pt x="367479" y="713692"/>
                  </a:lnTo>
                  <a:lnTo>
                    <a:pt x="362044" y="715271"/>
                  </a:lnTo>
                  <a:lnTo>
                    <a:pt x="357856" y="715798"/>
                  </a:lnTo>
                  <a:lnTo>
                    <a:pt x="352153" y="715271"/>
                  </a:lnTo>
                  <a:lnTo>
                    <a:pt x="313569" y="701061"/>
                  </a:lnTo>
                  <a:lnTo>
                    <a:pt x="288946" y="667142"/>
                  </a:lnTo>
                  <a:lnTo>
                    <a:pt x="286570" y="661060"/>
                  </a:lnTo>
                  <a:lnTo>
                    <a:pt x="283718" y="655446"/>
                  </a:lnTo>
                  <a:lnTo>
                    <a:pt x="281817" y="649832"/>
                  </a:lnTo>
                  <a:lnTo>
                    <a:pt x="279916" y="645153"/>
                  </a:lnTo>
                  <a:lnTo>
                    <a:pt x="278015" y="641411"/>
                  </a:lnTo>
                  <a:lnTo>
                    <a:pt x="277065" y="637668"/>
                  </a:lnTo>
                  <a:lnTo>
                    <a:pt x="276589" y="632054"/>
                  </a:lnTo>
                  <a:lnTo>
                    <a:pt x="276589" y="615212"/>
                  </a:lnTo>
                  <a:lnTo>
                    <a:pt x="277065" y="607258"/>
                  </a:lnTo>
                  <a:lnTo>
                    <a:pt x="278015" y="600709"/>
                  </a:lnTo>
                  <a:lnTo>
                    <a:pt x="278015" y="589480"/>
                  </a:lnTo>
                  <a:lnTo>
                    <a:pt x="279441" y="580124"/>
                  </a:lnTo>
                  <a:lnTo>
                    <a:pt x="278817" y="566147"/>
                  </a:lnTo>
                  <a:lnTo>
                    <a:pt x="276946" y="553690"/>
                  </a:lnTo>
                  <a:lnTo>
                    <a:pt x="273827" y="540883"/>
                  </a:lnTo>
                  <a:lnTo>
                    <a:pt x="264916" y="514655"/>
                  </a:lnTo>
                  <a:lnTo>
                    <a:pt x="262689" y="503514"/>
                  </a:lnTo>
                  <a:lnTo>
                    <a:pt x="262778" y="494304"/>
                  </a:lnTo>
                  <a:lnTo>
                    <a:pt x="265184" y="487023"/>
                  </a:lnTo>
                  <a:lnTo>
                    <a:pt x="268926" y="478602"/>
                  </a:lnTo>
                  <a:lnTo>
                    <a:pt x="271599" y="467374"/>
                  </a:lnTo>
                  <a:lnTo>
                    <a:pt x="273203" y="453338"/>
                  </a:lnTo>
                  <a:lnTo>
                    <a:pt x="273738" y="436496"/>
                  </a:lnTo>
                  <a:lnTo>
                    <a:pt x="273471" y="424829"/>
                  </a:lnTo>
                  <a:lnTo>
                    <a:pt x="272669" y="413689"/>
                  </a:lnTo>
                  <a:lnTo>
                    <a:pt x="271332" y="403075"/>
                  </a:lnTo>
                  <a:lnTo>
                    <a:pt x="269461" y="392987"/>
                  </a:lnTo>
                  <a:lnTo>
                    <a:pt x="267560" y="385501"/>
                  </a:lnTo>
                  <a:lnTo>
                    <a:pt x="266609" y="379887"/>
                  </a:lnTo>
                  <a:lnTo>
                    <a:pt x="266609" y="376144"/>
                  </a:lnTo>
                  <a:lnTo>
                    <a:pt x="267233" y="368250"/>
                  </a:lnTo>
                  <a:lnTo>
                    <a:pt x="269104" y="360004"/>
                  </a:lnTo>
                  <a:lnTo>
                    <a:pt x="272223" y="351407"/>
                  </a:lnTo>
                  <a:lnTo>
                    <a:pt x="276589" y="342460"/>
                  </a:lnTo>
                  <a:lnTo>
                    <a:pt x="281936" y="329828"/>
                  </a:lnTo>
                  <a:lnTo>
                    <a:pt x="286570" y="314389"/>
                  </a:lnTo>
                  <a:lnTo>
                    <a:pt x="290490" y="296143"/>
                  </a:lnTo>
                  <a:lnTo>
                    <a:pt x="293698" y="275091"/>
                  </a:lnTo>
                  <a:lnTo>
                    <a:pt x="295124" y="262196"/>
                  </a:lnTo>
                  <a:lnTo>
                    <a:pt x="297975" y="247371"/>
                  </a:lnTo>
                  <a:lnTo>
                    <a:pt x="302252" y="230616"/>
                  </a:lnTo>
                  <a:lnTo>
                    <a:pt x="307955" y="211932"/>
                  </a:lnTo>
                  <a:lnTo>
                    <a:pt x="314193" y="192546"/>
                  </a:lnTo>
                  <a:lnTo>
                    <a:pt x="318648" y="175089"/>
                  </a:lnTo>
                  <a:lnTo>
                    <a:pt x="321322" y="159563"/>
                  </a:lnTo>
                  <a:lnTo>
                    <a:pt x="322213" y="145966"/>
                  </a:lnTo>
                  <a:lnTo>
                    <a:pt x="322213" y="133334"/>
                  </a:lnTo>
                  <a:lnTo>
                    <a:pt x="308668" y="78246"/>
                  </a:lnTo>
                  <a:lnTo>
                    <a:pt x="279441" y="36491"/>
                  </a:lnTo>
                  <a:lnTo>
                    <a:pt x="238451" y="9122"/>
                  </a:lnTo>
                  <a:lnTo>
                    <a:pt x="215016" y="2280"/>
                  </a:lnTo>
                  <a:lnTo>
                    <a:pt x="189620" y="0"/>
                  </a:lnTo>
                  <a:close/>
                </a:path>
              </a:pathLst>
            </a:custGeom>
            <a:solidFill>
              <a:srgbClr val="14B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617825" y="4159498"/>
              <a:ext cx="952500" cy="1051560"/>
            </a:xfrm>
            <a:custGeom>
              <a:avLst/>
              <a:gdLst/>
              <a:ahLst/>
              <a:cxnLst/>
              <a:rect l="l" t="t" r="r" b="b"/>
              <a:pathLst>
                <a:path w="952500" h="1051560">
                  <a:moveTo>
                    <a:pt x="768463" y="0"/>
                  </a:moveTo>
                  <a:lnTo>
                    <a:pt x="722217" y="7894"/>
                  </a:lnTo>
                  <a:lnTo>
                    <a:pt x="676148" y="32017"/>
                  </a:lnTo>
                  <a:lnTo>
                    <a:pt x="633376" y="79036"/>
                  </a:lnTo>
                  <a:lnTo>
                    <a:pt x="615822" y="123334"/>
                  </a:lnTo>
                  <a:lnTo>
                    <a:pt x="607000" y="138247"/>
                  </a:lnTo>
                  <a:lnTo>
                    <a:pt x="595149" y="152808"/>
                  </a:lnTo>
                  <a:lnTo>
                    <a:pt x="558081" y="188511"/>
                  </a:lnTo>
                  <a:lnTo>
                    <a:pt x="539992" y="212283"/>
                  </a:lnTo>
                  <a:lnTo>
                    <a:pt x="526002" y="238336"/>
                  </a:lnTo>
                  <a:lnTo>
                    <a:pt x="516110" y="266669"/>
                  </a:lnTo>
                  <a:lnTo>
                    <a:pt x="512309" y="280705"/>
                  </a:lnTo>
                  <a:lnTo>
                    <a:pt x="508031" y="287722"/>
                  </a:lnTo>
                  <a:lnTo>
                    <a:pt x="503279" y="287722"/>
                  </a:lnTo>
                  <a:lnTo>
                    <a:pt x="497576" y="290091"/>
                  </a:lnTo>
                  <a:lnTo>
                    <a:pt x="471913" y="325617"/>
                  </a:lnTo>
                  <a:lnTo>
                    <a:pt x="450795" y="373250"/>
                  </a:lnTo>
                  <a:lnTo>
                    <a:pt x="445359" y="399478"/>
                  </a:lnTo>
                  <a:lnTo>
                    <a:pt x="442686" y="409127"/>
                  </a:lnTo>
                  <a:lnTo>
                    <a:pt x="439656" y="414917"/>
                  </a:lnTo>
                  <a:lnTo>
                    <a:pt x="436270" y="416847"/>
                  </a:lnTo>
                  <a:lnTo>
                    <a:pt x="433241" y="415268"/>
                  </a:lnTo>
                  <a:lnTo>
                    <a:pt x="429855" y="410531"/>
                  </a:lnTo>
                  <a:lnTo>
                    <a:pt x="426112" y="402636"/>
                  </a:lnTo>
                  <a:lnTo>
                    <a:pt x="422013" y="391583"/>
                  </a:lnTo>
                  <a:lnTo>
                    <a:pt x="416399" y="378513"/>
                  </a:lnTo>
                  <a:lnTo>
                    <a:pt x="383519" y="334039"/>
                  </a:lnTo>
                  <a:lnTo>
                    <a:pt x="355361" y="308073"/>
                  </a:lnTo>
                  <a:lnTo>
                    <a:pt x="307955" y="287722"/>
                  </a:lnTo>
                  <a:lnTo>
                    <a:pt x="310807" y="241406"/>
                  </a:lnTo>
                  <a:lnTo>
                    <a:pt x="310807" y="230178"/>
                  </a:lnTo>
                  <a:lnTo>
                    <a:pt x="312233" y="220821"/>
                  </a:lnTo>
                  <a:lnTo>
                    <a:pt x="312233" y="218949"/>
                  </a:lnTo>
                  <a:lnTo>
                    <a:pt x="294055" y="174475"/>
                  </a:lnTo>
                  <a:lnTo>
                    <a:pt x="253154" y="115790"/>
                  </a:lnTo>
                  <a:lnTo>
                    <a:pt x="193987" y="76492"/>
                  </a:lnTo>
                  <a:lnTo>
                    <a:pt x="162532" y="71579"/>
                  </a:lnTo>
                  <a:lnTo>
                    <a:pt x="148275" y="72457"/>
                  </a:lnTo>
                  <a:lnTo>
                    <a:pt x="105503" y="85615"/>
                  </a:lnTo>
                  <a:lnTo>
                    <a:pt x="71820" y="110089"/>
                  </a:lnTo>
                  <a:lnTo>
                    <a:pt x="47761" y="142808"/>
                  </a:lnTo>
                  <a:lnTo>
                    <a:pt x="33326" y="183774"/>
                  </a:lnTo>
                  <a:lnTo>
                    <a:pt x="28514" y="232985"/>
                  </a:lnTo>
                  <a:lnTo>
                    <a:pt x="28692" y="244827"/>
                  </a:lnTo>
                  <a:lnTo>
                    <a:pt x="29227" y="255090"/>
                  </a:lnTo>
                  <a:lnTo>
                    <a:pt x="30118" y="263775"/>
                  </a:lnTo>
                  <a:lnTo>
                    <a:pt x="33860" y="285880"/>
                  </a:lnTo>
                  <a:lnTo>
                    <a:pt x="36712" y="304828"/>
                  </a:lnTo>
                  <a:lnTo>
                    <a:pt x="21385" y="355091"/>
                  </a:lnTo>
                  <a:lnTo>
                    <a:pt x="14346" y="370969"/>
                  </a:lnTo>
                  <a:lnTo>
                    <a:pt x="2851" y="415443"/>
                  </a:lnTo>
                  <a:lnTo>
                    <a:pt x="1425" y="476847"/>
                  </a:lnTo>
                  <a:lnTo>
                    <a:pt x="0" y="607726"/>
                  </a:lnTo>
                  <a:lnTo>
                    <a:pt x="802" y="624832"/>
                  </a:lnTo>
                  <a:lnTo>
                    <a:pt x="3208" y="641060"/>
                  </a:lnTo>
                  <a:lnTo>
                    <a:pt x="7217" y="656411"/>
                  </a:lnTo>
                  <a:lnTo>
                    <a:pt x="16930" y="681499"/>
                  </a:lnTo>
                  <a:lnTo>
                    <a:pt x="20673" y="696499"/>
                  </a:lnTo>
                  <a:lnTo>
                    <a:pt x="24059" y="715885"/>
                  </a:lnTo>
                  <a:lnTo>
                    <a:pt x="30029" y="763342"/>
                  </a:lnTo>
                  <a:lnTo>
                    <a:pt x="33148" y="782465"/>
                  </a:lnTo>
                  <a:lnTo>
                    <a:pt x="36445" y="797027"/>
                  </a:lnTo>
                  <a:lnTo>
                    <a:pt x="39920" y="807027"/>
                  </a:lnTo>
                  <a:lnTo>
                    <a:pt x="44999" y="817992"/>
                  </a:lnTo>
                  <a:lnTo>
                    <a:pt x="47405" y="828431"/>
                  </a:lnTo>
                  <a:lnTo>
                    <a:pt x="47137" y="838343"/>
                  </a:lnTo>
                  <a:lnTo>
                    <a:pt x="44197" y="847729"/>
                  </a:lnTo>
                  <a:lnTo>
                    <a:pt x="41078" y="858694"/>
                  </a:lnTo>
                  <a:lnTo>
                    <a:pt x="38851" y="870536"/>
                  </a:lnTo>
                  <a:lnTo>
                    <a:pt x="37514" y="883256"/>
                  </a:lnTo>
                  <a:lnTo>
                    <a:pt x="37068" y="896852"/>
                  </a:lnTo>
                  <a:lnTo>
                    <a:pt x="37781" y="916677"/>
                  </a:lnTo>
                  <a:lnTo>
                    <a:pt x="48474" y="961415"/>
                  </a:lnTo>
                  <a:lnTo>
                    <a:pt x="89464" y="1007380"/>
                  </a:lnTo>
                  <a:lnTo>
                    <a:pt x="149700" y="1027380"/>
                  </a:lnTo>
                  <a:lnTo>
                    <a:pt x="162532" y="1027380"/>
                  </a:lnTo>
                  <a:lnTo>
                    <a:pt x="212788" y="1017906"/>
                  </a:lnTo>
                  <a:lnTo>
                    <a:pt x="255203" y="989485"/>
                  </a:lnTo>
                  <a:lnTo>
                    <a:pt x="285144" y="947379"/>
                  </a:lnTo>
                  <a:lnTo>
                    <a:pt x="295124" y="899660"/>
                  </a:lnTo>
                  <a:lnTo>
                    <a:pt x="294322" y="885712"/>
                  </a:lnTo>
                  <a:lnTo>
                    <a:pt x="291916" y="871940"/>
                  </a:lnTo>
                  <a:lnTo>
                    <a:pt x="287906" y="858343"/>
                  </a:lnTo>
                  <a:lnTo>
                    <a:pt x="282292" y="844922"/>
                  </a:lnTo>
                  <a:lnTo>
                    <a:pt x="277302" y="834483"/>
                  </a:lnTo>
                  <a:lnTo>
                    <a:pt x="273738" y="825623"/>
                  </a:lnTo>
                  <a:lnTo>
                    <a:pt x="271600" y="818343"/>
                  </a:lnTo>
                  <a:lnTo>
                    <a:pt x="270887" y="812641"/>
                  </a:lnTo>
                  <a:lnTo>
                    <a:pt x="270887" y="808898"/>
                  </a:lnTo>
                  <a:lnTo>
                    <a:pt x="273263" y="801413"/>
                  </a:lnTo>
                  <a:lnTo>
                    <a:pt x="283005" y="778518"/>
                  </a:lnTo>
                  <a:lnTo>
                    <a:pt x="286570" y="765974"/>
                  </a:lnTo>
                  <a:lnTo>
                    <a:pt x="288708" y="752552"/>
                  </a:lnTo>
                  <a:lnTo>
                    <a:pt x="289421" y="738254"/>
                  </a:lnTo>
                  <a:lnTo>
                    <a:pt x="288441" y="720008"/>
                  </a:lnTo>
                  <a:lnTo>
                    <a:pt x="285500" y="703166"/>
                  </a:lnTo>
                  <a:lnTo>
                    <a:pt x="280599" y="687727"/>
                  </a:lnTo>
                  <a:lnTo>
                    <a:pt x="273738" y="673692"/>
                  </a:lnTo>
                  <a:lnTo>
                    <a:pt x="268748" y="664744"/>
                  </a:lnTo>
                  <a:lnTo>
                    <a:pt x="265184" y="657551"/>
                  </a:lnTo>
                  <a:lnTo>
                    <a:pt x="263045" y="652113"/>
                  </a:lnTo>
                  <a:lnTo>
                    <a:pt x="262332" y="648428"/>
                  </a:lnTo>
                  <a:lnTo>
                    <a:pt x="262332" y="646557"/>
                  </a:lnTo>
                  <a:lnTo>
                    <a:pt x="263283" y="645621"/>
                  </a:lnTo>
                  <a:lnTo>
                    <a:pt x="269936" y="645621"/>
                  </a:lnTo>
                  <a:lnTo>
                    <a:pt x="276114" y="649364"/>
                  </a:lnTo>
                  <a:lnTo>
                    <a:pt x="283718" y="656850"/>
                  </a:lnTo>
                  <a:lnTo>
                    <a:pt x="290580" y="662990"/>
                  </a:lnTo>
                  <a:lnTo>
                    <a:pt x="298332" y="668779"/>
                  </a:lnTo>
                  <a:lnTo>
                    <a:pt x="306975" y="674218"/>
                  </a:lnTo>
                  <a:lnTo>
                    <a:pt x="316510" y="679306"/>
                  </a:lnTo>
                  <a:lnTo>
                    <a:pt x="323193" y="684657"/>
                  </a:lnTo>
                  <a:lnTo>
                    <a:pt x="328985" y="692289"/>
                  </a:lnTo>
                  <a:lnTo>
                    <a:pt x="333886" y="702201"/>
                  </a:lnTo>
                  <a:lnTo>
                    <a:pt x="337895" y="714394"/>
                  </a:lnTo>
                  <a:lnTo>
                    <a:pt x="343420" y="734745"/>
                  </a:lnTo>
                  <a:lnTo>
                    <a:pt x="352866" y="753693"/>
                  </a:lnTo>
                  <a:lnTo>
                    <a:pt x="383519" y="787377"/>
                  </a:lnTo>
                  <a:lnTo>
                    <a:pt x="423439" y="810536"/>
                  </a:lnTo>
                  <a:lnTo>
                    <a:pt x="466210" y="818255"/>
                  </a:lnTo>
                  <a:lnTo>
                    <a:pt x="493388" y="815448"/>
                  </a:lnTo>
                  <a:lnTo>
                    <a:pt x="544001" y="792992"/>
                  </a:lnTo>
                  <a:lnTo>
                    <a:pt x="588021" y="749570"/>
                  </a:lnTo>
                  <a:lnTo>
                    <a:pt x="611545" y="698341"/>
                  </a:lnTo>
                  <a:lnTo>
                    <a:pt x="614931" y="658955"/>
                  </a:lnTo>
                  <a:lnTo>
                    <a:pt x="616268" y="649832"/>
                  </a:lnTo>
                  <a:lnTo>
                    <a:pt x="618495" y="643516"/>
                  </a:lnTo>
                  <a:lnTo>
                    <a:pt x="621614" y="640007"/>
                  </a:lnTo>
                  <a:lnTo>
                    <a:pt x="627495" y="634832"/>
                  </a:lnTo>
                  <a:lnTo>
                    <a:pt x="633733" y="626323"/>
                  </a:lnTo>
                  <a:lnTo>
                    <a:pt x="654317" y="582901"/>
                  </a:lnTo>
                  <a:lnTo>
                    <a:pt x="668395" y="522988"/>
                  </a:lnTo>
                  <a:lnTo>
                    <a:pt x="671871" y="511585"/>
                  </a:lnTo>
                  <a:lnTo>
                    <a:pt x="676237" y="504742"/>
                  </a:lnTo>
                  <a:lnTo>
                    <a:pt x="681494" y="502462"/>
                  </a:lnTo>
                  <a:lnTo>
                    <a:pt x="689098" y="502462"/>
                  </a:lnTo>
                  <a:lnTo>
                    <a:pt x="691950" y="505737"/>
                  </a:lnTo>
                  <a:lnTo>
                    <a:pt x="690049" y="512286"/>
                  </a:lnTo>
                  <a:lnTo>
                    <a:pt x="685682" y="534830"/>
                  </a:lnTo>
                  <a:lnTo>
                    <a:pt x="682564" y="557550"/>
                  </a:lnTo>
                  <a:lnTo>
                    <a:pt x="680692" y="580445"/>
                  </a:lnTo>
                  <a:lnTo>
                    <a:pt x="680069" y="603516"/>
                  </a:lnTo>
                  <a:lnTo>
                    <a:pt x="680247" y="615007"/>
                  </a:lnTo>
                  <a:lnTo>
                    <a:pt x="680782" y="624218"/>
                  </a:lnTo>
                  <a:lnTo>
                    <a:pt x="681673" y="631147"/>
                  </a:lnTo>
                  <a:lnTo>
                    <a:pt x="682920" y="635797"/>
                  </a:lnTo>
                  <a:lnTo>
                    <a:pt x="686039" y="649569"/>
                  </a:lnTo>
                  <a:lnTo>
                    <a:pt x="688267" y="662815"/>
                  </a:lnTo>
                  <a:lnTo>
                    <a:pt x="689603" y="675534"/>
                  </a:lnTo>
                  <a:lnTo>
                    <a:pt x="690049" y="687727"/>
                  </a:lnTo>
                  <a:lnTo>
                    <a:pt x="687197" y="748079"/>
                  </a:lnTo>
                  <a:lnTo>
                    <a:pt x="687197" y="757903"/>
                  </a:lnTo>
                  <a:lnTo>
                    <a:pt x="697177" y="804220"/>
                  </a:lnTo>
                  <a:lnTo>
                    <a:pt x="701930" y="811705"/>
                  </a:lnTo>
                  <a:lnTo>
                    <a:pt x="704306" y="818255"/>
                  </a:lnTo>
                  <a:lnTo>
                    <a:pt x="704306" y="823869"/>
                  </a:lnTo>
                  <a:lnTo>
                    <a:pt x="703771" y="828255"/>
                  </a:lnTo>
                  <a:lnTo>
                    <a:pt x="702167" y="834396"/>
                  </a:lnTo>
                  <a:lnTo>
                    <a:pt x="699494" y="842290"/>
                  </a:lnTo>
                  <a:lnTo>
                    <a:pt x="695751" y="851940"/>
                  </a:lnTo>
                  <a:lnTo>
                    <a:pt x="689514" y="866852"/>
                  </a:lnTo>
                  <a:lnTo>
                    <a:pt x="685058" y="883519"/>
                  </a:lnTo>
                  <a:lnTo>
                    <a:pt x="682385" y="901940"/>
                  </a:lnTo>
                  <a:lnTo>
                    <a:pt x="681494" y="922116"/>
                  </a:lnTo>
                  <a:lnTo>
                    <a:pt x="681940" y="934484"/>
                  </a:lnTo>
                  <a:lnTo>
                    <a:pt x="696375" y="985275"/>
                  </a:lnTo>
                  <a:lnTo>
                    <a:pt x="735672" y="1027380"/>
                  </a:lnTo>
                  <a:lnTo>
                    <a:pt x="771671" y="1045275"/>
                  </a:lnTo>
                  <a:lnTo>
                    <a:pt x="808383" y="1051240"/>
                  </a:lnTo>
                  <a:lnTo>
                    <a:pt x="829680" y="1048609"/>
                  </a:lnTo>
                  <a:lnTo>
                    <a:pt x="871739" y="1031766"/>
                  </a:lnTo>
                  <a:lnTo>
                    <a:pt x="912015" y="1000713"/>
                  </a:lnTo>
                  <a:lnTo>
                    <a:pt x="939817" y="962818"/>
                  </a:lnTo>
                  <a:lnTo>
                    <a:pt x="951312" y="926326"/>
                  </a:lnTo>
                  <a:lnTo>
                    <a:pt x="952381" y="913695"/>
                  </a:lnTo>
                  <a:lnTo>
                    <a:pt x="951847" y="906326"/>
                  </a:lnTo>
                  <a:lnTo>
                    <a:pt x="950243" y="896852"/>
                  </a:lnTo>
                  <a:lnTo>
                    <a:pt x="947569" y="885273"/>
                  </a:lnTo>
                  <a:lnTo>
                    <a:pt x="939461" y="855273"/>
                  </a:lnTo>
                  <a:lnTo>
                    <a:pt x="936342" y="842817"/>
                  </a:lnTo>
                  <a:lnTo>
                    <a:pt x="934471" y="834220"/>
                  </a:lnTo>
                  <a:lnTo>
                    <a:pt x="933847" y="829483"/>
                  </a:lnTo>
                  <a:lnTo>
                    <a:pt x="933847" y="823869"/>
                  </a:lnTo>
                  <a:lnTo>
                    <a:pt x="936698" y="815916"/>
                  </a:lnTo>
                  <a:lnTo>
                    <a:pt x="942401" y="805623"/>
                  </a:lnTo>
                  <a:lnTo>
                    <a:pt x="946767" y="795448"/>
                  </a:lnTo>
                  <a:lnTo>
                    <a:pt x="949886" y="784570"/>
                  </a:lnTo>
                  <a:lnTo>
                    <a:pt x="951758" y="772991"/>
                  </a:lnTo>
                  <a:lnTo>
                    <a:pt x="952381" y="760710"/>
                  </a:lnTo>
                  <a:lnTo>
                    <a:pt x="951758" y="747465"/>
                  </a:lnTo>
                  <a:lnTo>
                    <a:pt x="949886" y="734394"/>
                  </a:lnTo>
                  <a:lnTo>
                    <a:pt x="946767" y="721499"/>
                  </a:lnTo>
                  <a:lnTo>
                    <a:pt x="942401" y="708780"/>
                  </a:lnTo>
                  <a:lnTo>
                    <a:pt x="938659" y="699394"/>
                  </a:lnTo>
                  <a:lnTo>
                    <a:pt x="935986" y="690885"/>
                  </a:lnTo>
                  <a:lnTo>
                    <a:pt x="934382" y="683253"/>
                  </a:lnTo>
                  <a:lnTo>
                    <a:pt x="933847" y="676499"/>
                  </a:lnTo>
                  <a:lnTo>
                    <a:pt x="934203" y="673078"/>
                  </a:lnTo>
                  <a:lnTo>
                    <a:pt x="937055" y="658341"/>
                  </a:lnTo>
                  <a:lnTo>
                    <a:pt x="942668" y="633340"/>
                  </a:lnTo>
                  <a:lnTo>
                    <a:pt x="944896" y="617551"/>
                  </a:lnTo>
                  <a:lnTo>
                    <a:pt x="946233" y="599656"/>
                  </a:lnTo>
                  <a:lnTo>
                    <a:pt x="946678" y="579656"/>
                  </a:lnTo>
                  <a:lnTo>
                    <a:pt x="946233" y="560883"/>
                  </a:lnTo>
                  <a:lnTo>
                    <a:pt x="944896" y="545269"/>
                  </a:lnTo>
                  <a:lnTo>
                    <a:pt x="942668" y="532813"/>
                  </a:lnTo>
                  <a:lnTo>
                    <a:pt x="939550" y="523515"/>
                  </a:lnTo>
                  <a:lnTo>
                    <a:pt x="937649" y="519772"/>
                  </a:lnTo>
                  <a:lnTo>
                    <a:pt x="936699" y="513690"/>
                  </a:lnTo>
                  <a:lnTo>
                    <a:pt x="936699" y="505269"/>
                  </a:lnTo>
                  <a:lnTo>
                    <a:pt x="937144" y="497286"/>
                  </a:lnTo>
                  <a:lnTo>
                    <a:pt x="938481" y="488777"/>
                  </a:lnTo>
                  <a:lnTo>
                    <a:pt x="940708" y="479742"/>
                  </a:lnTo>
                  <a:lnTo>
                    <a:pt x="947569" y="459391"/>
                  </a:lnTo>
                  <a:lnTo>
                    <a:pt x="950243" y="449479"/>
                  </a:lnTo>
                  <a:lnTo>
                    <a:pt x="951847" y="440443"/>
                  </a:lnTo>
                  <a:lnTo>
                    <a:pt x="952381" y="432285"/>
                  </a:lnTo>
                  <a:lnTo>
                    <a:pt x="952025" y="428864"/>
                  </a:lnTo>
                  <a:lnTo>
                    <a:pt x="941421" y="386671"/>
                  </a:lnTo>
                  <a:lnTo>
                    <a:pt x="930996" y="363513"/>
                  </a:lnTo>
                  <a:lnTo>
                    <a:pt x="928412" y="358688"/>
                  </a:lnTo>
                  <a:lnTo>
                    <a:pt x="927788" y="351232"/>
                  </a:lnTo>
                  <a:lnTo>
                    <a:pt x="929124" y="341144"/>
                  </a:lnTo>
                  <a:lnTo>
                    <a:pt x="934293" y="320705"/>
                  </a:lnTo>
                  <a:lnTo>
                    <a:pt x="935629" y="312986"/>
                  </a:lnTo>
                  <a:lnTo>
                    <a:pt x="936431" y="305266"/>
                  </a:lnTo>
                  <a:lnTo>
                    <a:pt x="936699" y="297547"/>
                  </a:lnTo>
                  <a:lnTo>
                    <a:pt x="935540" y="281231"/>
                  </a:lnTo>
                  <a:lnTo>
                    <a:pt x="932065" y="264564"/>
                  </a:lnTo>
                  <a:lnTo>
                    <a:pt x="926273" y="247546"/>
                  </a:lnTo>
                  <a:lnTo>
                    <a:pt x="911748" y="216844"/>
                  </a:lnTo>
                  <a:lnTo>
                    <a:pt x="906758" y="200704"/>
                  </a:lnTo>
                  <a:lnTo>
                    <a:pt x="903194" y="181756"/>
                  </a:lnTo>
                  <a:lnTo>
                    <a:pt x="901055" y="160001"/>
                  </a:lnTo>
                  <a:lnTo>
                    <a:pt x="896244" y="125352"/>
                  </a:lnTo>
                  <a:lnTo>
                    <a:pt x="874858" y="67106"/>
                  </a:lnTo>
                  <a:lnTo>
                    <a:pt x="839304" y="24473"/>
                  </a:lnTo>
                  <a:lnTo>
                    <a:pt x="794394" y="2719"/>
                  </a:lnTo>
                  <a:lnTo>
                    <a:pt x="768463" y="0"/>
                  </a:lnTo>
                  <a:close/>
                </a:path>
              </a:pathLst>
            </a:custGeom>
            <a:solidFill>
              <a:srgbClr val="1BE15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3346" y="136121"/>
              <a:ext cx="10052049" cy="1104678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910797" y="7496460"/>
              <a:ext cx="2295525" cy="1204595"/>
            </a:xfrm>
            <a:custGeom>
              <a:avLst/>
              <a:gdLst/>
              <a:ahLst/>
              <a:cxnLst/>
              <a:rect l="l" t="t" r="r" b="b"/>
              <a:pathLst>
                <a:path w="2295525" h="1204595">
                  <a:moveTo>
                    <a:pt x="153377" y="89065"/>
                  </a:moveTo>
                  <a:lnTo>
                    <a:pt x="149161" y="63703"/>
                  </a:lnTo>
                  <a:lnTo>
                    <a:pt x="136588" y="43395"/>
                  </a:lnTo>
                  <a:lnTo>
                    <a:pt x="136359" y="43256"/>
                  </a:lnTo>
                  <a:lnTo>
                    <a:pt x="133451" y="41389"/>
                  </a:lnTo>
                  <a:lnTo>
                    <a:pt x="133451" y="89065"/>
                  </a:lnTo>
                  <a:lnTo>
                    <a:pt x="130556" y="107391"/>
                  </a:lnTo>
                  <a:lnTo>
                    <a:pt x="121754" y="121894"/>
                  </a:lnTo>
                  <a:lnTo>
                    <a:pt x="106921" y="131445"/>
                  </a:lnTo>
                  <a:lnTo>
                    <a:pt x="85928" y="134886"/>
                  </a:lnTo>
                  <a:lnTo>
                    <a:pt x="39268" y="134886"/>
                  </a:lnTo>
                  <a:lnTo>
                    <a:pt x="39268" y="43256"/>
                  </a:lnTo>
                  <a:lnTo>
                    <a:pt x="85648" y="43256"/>
                  </a:lnTo>
                  <a:lnTo>
                    <a:pt x="106807" y="46647"/>
                  </a:lnTo>
                  <a:lnTo>
                    <a:pt x="121716" y="56134"/>
                  </a:lnTo>
                  <a:lnTo>
                    <a:pt x="130543" y="70624"/>
                  </a:lnTo>
                  <a:lnTo>
                    <a:pt x="133451" y="89065"/>
                  </a:lnTo>
                  <a:lnTo>
                    <a:pt x="133451" y="41389"/>
                  </a:lnTo>
                  <a:lnTo>
                    <a:pt x="115684" y="29921"/>
                  </a:lnTo>
                  <a:lnTo>
                    <a:pt x="86499" y="25044"/>
                  </a:lnTo>
                  <a:lnTo>
                    <a:pt x="19062" y="25044"/>
                  </a:lnTo>
                  <a:lnTo>
                    <a:pt x="19062" y="231063"/>
                  </a:lnTo>
                  <a:lnTo>
                    <a:pt x="39268" y="231063"/>
                  </a:lnTo>
                  <a:lnTo>
                    <a:pt x="39268" y="153098"/>
                  </a:lnTo>
                  <a:lnTo>
                    <a:pt x="86791" y="153098"/>
                  </a:lnTo>
                  <a:lnTo>
                    <a:pt x="115798" y="148170"/>
                  </a:lnTo>
                  <a:lnTo>
                    <a:pt x="136232" y="134886"/>
                  </a:lnTo>
                  <a:lnTo>
                    <a:pt x="136613" y="134632"/>
                  </a:lnTo>
                  <a:lnTo>
                    <a:pt x="149174" y="114312"/>
                  </a:lnTo>
                  <a:lnTo>
                    <a:pt x="153377" y="89065"/>
                  </a:lnTo>
                  <a:close/>
                </a:path>
                <a:path w="2295525" h="1204595">
                  <a:moveTo>
                    <a:pt x="171589" y="702246"/>
                  </a:moveTo>
                  <a:lnTo>
                    <a:pt x="149364" y="641070"/>
                  </a:lnTo>
                  <a:lnTo>
                    <a:pt x="142849" y="623138"/>
                  </a:lnTo>
                  <a:lnTo>
                    <a:pt x="122351" y="566712"/>
                  </a:lnTo>
                  <a:lnTo>
                    <a:pt x="122351" y="623138"/>
                  </a:lnTo>
                  <a:lnTo>
                    <a:pt x="49517" y="623138"/>
                  </a:lnTo>
                  <a:lnTo>
                    <a:pt x="85077" y="522414"/>
                  </a:lnTo>
                  <a:lnTo>
                    <a:pt x="86499" y="522414"/>
                  </a:lnTo>
                  <a:lnTo>
                    <a:pt x="122351" y="623138"/>
                  </a:lnTo>
                  <a:lnTo>
                    <a:pt x="122351" y="566712"/>
                  </a:lnTo>
                  <a:lnTo>
                    <a:pt x="106260" y="522414"/>
                  </a:lnTo>
                  <a:lnTo>
                    <a:pt x="96748" y="496239"/>
                  </a:lnTo>
                  <a:lnTo>
                    <a:pt x="74841" y="496239"/>
                  </a:lnTo>
                  <a:lnTo>
                    <a:pt x="0" y="702246"/>
                  </a:lnTo>
                  <a:lnTo>
                    <a:pt x="21336" y="702246"/>
                  </a:lnTo>
                  <a:lnTo>
                    <a:pt x="42964" y="641070"/>
                  </a:lnTo>
                  <a:lnTo>
                    <a:pt x="128612" y="641070"/>
                  </a:lnTo>
                  <a:lnTo>
                    <a:pt x="150241" y="702246"/>
                  </a:lnTo>
                  <a:lnTo>
                    <a:pt x="171589" y="702246"/>
                  </a:lnTo>
                  <a:close/>
                </a:path>
                <a:path w="2295525" h="1204595">
                  <a:moveTo>
                    <a:pt x="176136" y="967422"/>
                  </a:moveTo>
                  <a:lnTo>
                    <a:pt x="155930" y="967422"/>
                  </a:lnTo>
                  <a:lnTo>
                    <a:pt x="155930" y="1102296"/>
                  </a:lnTo>
                  <a:lnTo>
                    <a:pt x="151777" y="1124585"/>
                  </a:lnTo>
                  <a:lnTo>
                    <a:pt x="140004" y="1142250"/>
                  </a:lnTo>
                  <a:lnTo>
                    <a:pt x="121602" y="1153883"/>
                  </a:lnTo>
                  <a:lnTo>
                    <a:pt x="97599" y="1158074"/>
                  </a:lnTo>
                  <a:lnTo>
                    <a:pt x="73596" y="1153883"/>
                  </a:lnTo>
                  <a:lnTo>
                    <a:pt x="55206" y="1142250"/>
                  </a:lnTo>
                  <a:lnTo>
                    <a:pt x="43421" y="1124585"/>
                  </a:lnTo>
                  <a:lnTo>
                    <a:pt x="39268" y="1102296"/>
                  </a:lnTo>
                  <a:lnTo>
                    <a:pt x="39268" y="967422"/>
                  </a:lnTo>
                  <a:lnTo>
                    <a:pt x="19062" y="967422"/>
                  </a:lnTo>
                  <a:lnTo>
                    <a:pt x="19062" y="1103718"/>
                  </a:lnTo>
                  <a:lnTo>
                    <a:pt x="24739" y="1132916"/>
                  </a:lnTo>
                  <a:lnTo>
                    <a:pt x="40728" y="1156081"/>
                  </a:lnTo>
                  <a:lnTo>
                    <a:pt x="65519" y="1171346"/>
                  </a:lnTo>
                  <a:lnTo>
                    <a:pt x="97599" y="1176858"/>
                  </a:lnTo>
                  <a:lnTo>
                    <a:pt x="129565" y="1171346"/>
                  </a:lnTo>
                  <a:lnTo>
                    <a:pt x="151130" y="1158074"/>
                  </a:lnTo>
                  <a:lnTo>
                    <a:pt x="154368" y="1156081"/>
                  </a:lnTo>
                  <a:lnTo>
                    <a:pt x="170421" y="1132916"/>
                  </a:lnTo>
                  <a:lnTo>
                    <a:pt x="176136" y="1103718"/>
                  </a:lnTo>
                  <a:lnTo>
                    <a:pt x="176136" y="967422"/>
                  </a:lnTo>
                  <a:close/>
                </a:path>
                <a:path w="2295525" h="1204595">
                  <a:moveTo>
                    <a:pt x="218313" y="496239"/>
                  </a:moveTo>
                  <a:lnTo>
                    <a:pt x="198107" y="496239"/>
                  </a:lnTo>
                  <a:lnTo>
                    <a:pt x="198107" y="702246"/>
                  </a:lnTo>
                  <a:lnTo>
                    <a:pt x="218313" y="702246"/>
                  </a:lnTo>
                  <a:lnTo>
                    <a:pt x="218313" y="496239"/>
                  </a:lnTo>
                  <a:close/>
                </a:path>
                <a:path w="2295525" h="1204595">
                  <a:moveTo>
                    <a:pt x="364566" y="967422"/>
                  </a:moveTo>
                  <a:lnTo>
                    <a:pt x="340664" y="967422"/>
                  </a:lnTo>
                  <a:lnTo>
                    <a:pt x="284327" y="1055916"/>
                  </a:lnTo>
                  <a:lnTo>
                    <a:pt x="282905" y="1055916"/>
                  </a:lnTo>
                  <a:lnTo>
                    <a:pt x="227139" y="967422"/>
                  </a:lnTo>
                  <a:lnTo>
                    <a:pt x="202946" y="967422"/>
                  </a:lnTo>
                  <a:lnTo>
                    <a:pt x="270103" y="1070432"/>
                  </a:lnTo>
                  <a:lnTo>
                    <a:pt x="202946" y="1173441"/>
                  </a:lnTo>
                  <a:lnTo>
                    <a:pt x="226847" y="1173441"/>
                  </a:lnTo>
                  <a:lnTo>
                    <a:pt x="282905" y="1086078"/>
                  </a:lnTo>
                  <a:lnTo>
                    <a:pt x="284327" y="1086078"/>
                  </a:lnTo>
                  <a:lnTo>
                    <a:pt x="340664" y="1173441"/>
                  </a:lnTo>
                  <a:lnTo>
                    <a:pt x="364566" y="1173441"/>
                  </a:lnTo>
                  <a:lnTo>
                    <a:pt x="308584" y="1086078"/>
                  </a:lnTo>
                  <a:lnTo>
                    <a:pt x="298551" y="1070432"/>
                  </a:lnTo>
                  <a:lnTo>
                    <a:pt x="307860" y="1055916"/>
                  </a:lnTo>
                  <a:lnTo>
                    <a:pt x="364566" y="967422"/>
                  </a:lnTo>
                  <a:close/>
                </a:path>
                <a:path w="2295525" h="1204595">
                  <a:moveTo>
                    <a:pt x="385343" y="25044"/>
                  </a:moveTo>
                  <a:lnTo>
                    <a:pt x="361442" y="25044"/>
                  </a:lnTo>
                  <a:lnTo>
                    <a:pt x="288023" y="202031"/>
                  </a:lnTo>
                  <a:lnTo>
                    <a:pt x="286042" y="202031"/>
                  </a:lnTo>
                  <a:lnTo>
                    <a:pt x="229755" y="66878"/>
                  </a:lnTo>
                  <a:lnTo>
                    <a:pt x="212344" y="25044"/>
                  </a:lnTo>
                  <a:lnTo>
                    <a:pt x="188722" y="25044"/>
                  </a:lnTo>
                  <a:lnTo>
                    <a:pt x="188722" y="231063"/>
                  </a:lnTo>
                  <a:lnTo>
                    <a:pt x="207784" y="231063"/>
                  </a:lnTo>
                  <a:lnTo>
                    <a:pt x="207784" y="66878"/>
                  </a:lnTo>
                  <a:lnTo>
                    <a:pt x="209486" y="66878"/>
                  </a:lnTo>
                  <a:lnTo>
                    <a:pt x="277787" y="231063"/>
                  </a:lnTo>
                  <a:lnTo>
                    <a:pt x="295998" y="231063"/>
                  </a:lnTo>
                  <a:lnTo>
                    <a:pt x="308063" y="202031"/>
                  </a:lnTo>
                  <a:lnTo>
                    <a:pt x="364286" y="66878"/>
                  </a:lnTo>
                  <a:lnTo>
                    <a:pt x="365988" y="66878"/>
                  </a:lnTo>
                  <a:lnTo>
                    <a:pt x="365988" y="231063"/>
                  </a:lnTo>
                  <a:lnTo>
                    <a:pt x="385343" y="231063"/>
                  </a:lnTo>
                  <a:lnTo>
                    <a:pt x="385343" y="66878"/>
                  </a:lnTo>
                  <a:lnTo>
                    <a:pt x="385343" y="25044"/>
                  </a:lnTo>
                  <a:close/>
                </a:path>
                <a:path w="2295525" h="1204595">
                  <a:moveTo>
                    <a:pt x="395427" y="486562"/>
                  </a:moveTo>
                  <a:lnTo>
                    <a:pt x="377507" y="486562"/>
                  </a:lnTo>
                  <a:lnTo>
                    <a:pt x="311200" y="733259"/>
                  </a:lnTo>
                  <a:lnTo>
                    <a:pt x="329133" y="733259"/>
                  </a:lnTo>
                  <a:lnTo>
                    <a:pt x="395427" y="486562"/>
                  </a:lnTo>
                  <a:close/>
                </a:path>
                <a:path w="2295525" h="1204595">
                  <a:moveTo>
                    <a:pt x="522909" y="957745"/>
                  </a:moveTo>
                  <a:lnTo>
                    <a:pt x="504977" y="957745"/>
                  </a:lnTo>
                  <a:lnTo>
                    <a:pt x="438683" y="1204455"/>
                  </a:lnTo>
                  <a:lnTo>
                    <a:pt x="456603" y="1204455"/>
                  </a:lnTo>
                  <a:lnTo>
                    <a:pt x="522909" y="957745"/>
                  </a:lnTo>
                  <a:close/>
                </a:path>
                <a:path w="2295525" h="1204595">
                  <a:moveTo>
                    <a:pt x="562457" y="15367"/>
                  </a:moveTo>
                  <a:lnTo>
                    <a:pt x="544537" y="15367"/>
                  </a:lnTo>
                  <a:lnTo>
                    <a:pt x="478231" y="262077"/>
                  </a:lnTo>
                  <a:lnTo>
                    <a:pt x="496163" y="262077"/>
                  </a:lnTo>
                  <a:lnTo>
                    <a:pt x="562457" y="15367"/>
                  </a:lnTo>
                  <a:close/>
                </a:path>
                <a:path w="2295525" h="1204595">
                  <a:moveTo>
                    <a:pt x="627748" y="648182"/>
                  </a:moveTo>
                  <a:lnTo>
                    <a:pt x="624141" y="627011"/>
                  </a:lnTo>
                  <a:lnTo>
                    <a:pt x="614692" y="611124"/>
                  </a:lnTo>
                  <a:lnTo>
                    <a:pt x="608533" y="606361"/>
                  </a:lnTo>
                  <a:lnTo>
                    <a:pt x="608114" y="606044"/>
                  </a:lnTo>
                  <a:lnTo>
                    <a:pt x="608114" y="647903"/>
                  </a:lnTo>
                  <a:lnTo>
                    <a:pt x="605358" y="662305"/>
                  </a:lnTo>
                  <a:lnTo>
                    <a:pt x="596912" y="673760"/>
                  </a:lnTo>
                  <a:lnTo>
                    <a:pt x="582549" y="681316"/>
                  </a:lnTo>
                  <a:lnTo>
                    <a:pt x="562025" y="684034"/>
                  </a:lnTo>
                  <a:lnTo>
                    <a:pt x="508520" y="684034"/>
                  </a:lnTo>
                  <a:lnTo>
                    <a:pt x="508520" y="606361"/>
                  </a:lnTo>
                  <a:lnTo>
                    <a:pt x="562876" y="606361"/>
                  </a:lnTo>
                  <a:lnTo>
                    <a:pt x="581469" y="609600"/>
                  </a:lnTo>
                  <a:lnTo>
                    <a:pt x="595744" y="618490"/>
                  </a:lnTo>
                  <a:lnTo>
                    <a:pt x="604888" y="631685"/>
                  </a:lnTo>
                  <a:lnTo>
                    <a:pt x="608114" y="647903"/>
                  </a:lnTo>
                  <a:lnTo>
                    <a:pt x="608114" y="606044"/>
                  </a:lnTo>
                  <a:lnTo>
                    <a:pt x="601459" y="600887"/>
                  </a:lnTo>
                  <a:lnTo>
                    <a:pt x="586486" y="596684"/>
                  </a:lnTo>
                  <a:lnTo>
                    <a:pt x="586486" y="594969"/>
                  </a:lnTo>
                  <a:lnTo>
                    <a:pt x="599452" y="589559"/>
                  </a:lnTo>
                  <a:lnTo>
                    <a:pt x="600417" y="588708"/>
                  </a:lnTo>
                  <a:lnTo>
                    <a:pt x="609930" y="580428"/>
                  </a:lnTo>
                  <a:lnTo>
                    <a:pt x="616940" y="567397"/>
                  </a:lnTo>
                  <a:lnTo>
                    <a:pt x="619493" y="550303"/>
                  </a:lnTo>
                  <a:lnTo>
                    <a:pt x="615708" y="528764"/>
                  </a:lnTo>
                  <a:lnTo>
                    <a:pt x="606183" y="514451"/>
                  </a:lnTo>
                  <a:lnTo>
                    <a:pt x="604316" y="511632"/>
                  </a:lnTo>
                  <a:lnTo>
                    <a:pt x="600151" y="509155"/>
                  </a:lnTo>
                  <a:lnTo>
                    <a:pt x="600151" y="550303"/>
                  </a:lnTo>
                  <a:lnTo>
                    <a:pt x="597192" y="565785"/>
                  </a:lnTo>
                  <a:lnTo>
                    <a:pt x="588911" y="577938"/>
                  </a:lnTo>
                  <a:lnTo>
                    <a:pt x="576135" y="585876"/>
                  </a:lnTo>
                  <a:lnTo>
                    <a:pt x="559739" y="588708"/>
                  </a:lnTo>
                  <a:lnTo>
                    <a:pt x="508520" y="588708"/>
                  </a:lnTo>
                  <a:lnTo>
                    <a:pt x="508520" y="514451"/>
                  </a:lnTo>
                  <a:lnTo>
                    <a:pt x="558317" y="514451"/>
                  </a:lnTo>
                  <a:lnTo>
                    <a:pt x="576618" y="517093"/>
                  </a:lnTo>
                  <a:lnTo>
                    <a:pt x="589686" y="524471"/>
                  </a:lnTo>
                  <a:lnTo>
                    <a:pt x="597535" y="535813"/>
                  </a:lnTo>
                  <a:lnTo>
                    <a:pt x="600151" y="550303"/>
                  </a:lnTo>
                  <a:lnTo>
                    <a:pt x="600151" y="509155"/>
                  </a:lnTo>
                  <a:lnTo>
                    <a:pt x="585292" y="500316"/>
                  </a:lnTo>
                  <a:lnTo>
                    <a:pt x="558609" y="496239"/>
                  </a:lnTo>
                  <a:lnTo>
                    <a:pt x="488327" y="496239"/>
                  </a:lnTo>
                  <a:lnTo>
                    <a:pt x="488327" y="702246"/>
                  </a:lnTo>
                  <a:lnTo>
                    <a:pt x="562305" y="702246"/>
                  </a:lnTo>
                  <a:lnTo>
                    <a:pt x="591502" y="698157"/>
                  </a:lnTo>
                  <a:lnTo>
                    <a:pt x="611886" y="686841"/>
                  </a:lnTo>
                  <a:lnTo>
                    <a:pt x="613854" y="684034"/>
                  </a:lnTo>
                  <a:lnTo>
                    <a:pt x="623849" y="669721"/>
                  </a:lnTo>
                  <a:lnTo>
                    <a:pt x="627748" y="648182"/>
                  </a:lnTo>
                  <a:close/>
                </a:path>
                <a:path w="2295525" h="1204595">
                  <a:moveTo>
                    <a:pt x="772871" y="967422"/>
                  </a:moveTo>
                  <a:lnTo>
                    <a:pt x="752665" y="967422"/>
                  </a:lnTo>
                  <a:lnTo>
                    <a:pt x="752665" y="1102296"/>
                  </a:lnTo>
                  <a:lnTo>
                    <a:pt x="748512" y="1124585"/>
                  </a:lnTo>
                  <a:lnTo>
                    <a:pt x="736739" y="1142250"/>
                  </a:lnTo>
                  <a:lnTo>
                    <a:pt x="718337" y="1153883"/>
                  </a:lnTo>
                  <a:lnTo>
                    <a:pt x="694334" y="1158074"/>
                  </a:lnTo>
                  <a:lnTo>
                    <a:pt x="670331" y="1153883"/>
                  </a:lnTo>
                  <a:lnTo>
                    <a:pt x="651941" y="1142250"/>
                  </a:lnTo>
                  <a:lnTo>
                    <a:pt x="640156" y="1124585"/>
                  </a:lnTo>
                  <a:lnTo>
                    <a:pt x="636003" y="1102296"/>
                  </a:lnTo>
                  <a:lnTo>
                    <a:pt x="636003" y="967422"/>
                  </a:lnTo>
                  <a:lnTo>
                    <a:pt x="615797" y="967422"/>
                  </a:lnTo>
                  <a:lnTo>
                    <a:pt x="615797" y="1103718"/>
                  </a:lnTo>
                  <a:lnTo>
                    <a:pt x="621474" y="1132916"/>
                  </a:lnTo>
                  <a:lnTo>
                    <a:pt x="637463" y="1156081"/>
                  </a:lnTo>
                  <a:lnTo>
                    <a:pt x="662254" y="1171346"/>
                  </a:lnTo>
                  <a:lnTo>
                    <a:pt x="694334" y="1176858"/>
                  </a:lnTo>
                  <a:lnTo>
                    <a:pt x="726300" y="1171346"/>
                  </a:lnTo>
                  <a:lnTo>
                    <a:pt x="747864" y="1158074"/>
                  </a:lnTo>
                  <a:lnTo>
                    <a:pt x="751103" y="1156081"/>
                  </a:lnTo>
                  <a:lnTo>
                    <a:pt x="767156" y="1132916"/>
                  </a:lnTo>
                  <a:lnTo>
                    <a:pt x="772871" y="1103718"/>
                  </a:lnTo>
                  <a:lnTo>
                    <a:pt x="772871" y="967422"/>
                  </a:lnTo>
                  <a:close/>
                </a:path>
                <a:path w="2295525" h="1204595">
                  <a:moveTo>
                    <a:pt x="775716" y="25044"/>
                  </a:moveTo>
                  <a:lnTo>
                    <a:pt x="655358" y="25044"/>
                  </a:lnTo>
                  <a:lnTo>
                    <a:pt x="655358" y="231063"/>
                  </a:lnTo>
                  <a:lnTo>
                    <a:pt x="675551" y="231063"/>
                  </a:lnTo>
                  <a:lnTo>
                    <a:pt x="675551" y="136867"/>
                  </a:lnTo>
                  <a:lnTo>
                    <a:pt x="766330" y="136867"/>
                  </a:lnTo>
                  <a:lnTo>
                    <a:pt x="766330" y="118948"/>
                  </a:lnTo>
                  <a:lnTo>
                    <a:pt x="675551" y="118948"/>
                  </a:lnTo>
                  <a:lnTo>
                    <a:pt x="675551" y="43256"/>
                  </a:lnTo>
                  <a:lnTo>
                    <a:pt x="775716" y="43256"/>
                  </a:lnTo>
                  <a:lnTo>
                    <a:pt x="775716" y="25044"/>
                  </a:lnTo>
                  <a:close/>
                </a:path>
                <a:path w="2295525" h="1204595">
                  <a:moveTo>
                    <a:pt x="786587" y="684034"/>
                  </a:moveTo>
                  <a:lnTo>
                    <a:pt x="684161" y="684034"/>
                  </a:lnTo>
                  <a:lnTo>
                    <a:pt x="684161" y="608063"/>
                  </a:lnTo>
                  <a:lnTo>
                    <a:pt x="778344" y="608063"/>
                  </a:lnTo>
                  <a:lnTo>
                    <a:pt x="778344" y="590130"/>
                  </a:lnTo>
                  <a:lnTo>
                    <a:pt x="684161" y="590130"/>
                  </a:lnTo>
                  <a:lnTo>
                    <a:pt x="684161" y="514451"/>
                  </a:lnTo>
                  <a:lnTo>
                    <a:pt x="784606" y="514451"/>
                  </a:lnTo>
                  <a:lnTo>
                    <a:pt x="784606" y="496239"/>
                  </a:lnTo>
                  <a:lnTo>
                    <a:pt x="663956" y="496239"/>
                  </a:lnTo>
                  <a:lnTo>
                    <a:pt x="663956" y="702246"/>
                  </a:lnTo>
                  <a:lnTo>
                    <a:pt x="786587" y="702246"/>
                  </a:lnTo>
                  <a:lnTo>
                    <a:pt x="786587" y="684034"/>
                  </a:lnTo>
                  <a:close/>
                </a:path>
                <a:path w="2295525" h="1204595">
                  <a:moveTo>
                    <a:pt x="838669" y="967422"/>
                  </a:moveTo>
                  <a:lnTo>
                    <a:pt x="818464" y="967422"/>
                  </a:lnTo>
                  <a:lnTo>
                    <a:pt x="818464" y="1173441"/>
                  </a:lnTo>
                  <a:lnTo>
                    <a:pt x="838669" y="1173441"/>
                  </a:lnTo>
                  <a:lnTo>
                    <a:pt x="838669" y="967422"/>
                  </a:lnTo>
                  <a:close/>
                </a:path>
                <a:path w="2295525" h="1204595">
                  <a:moveTo>
                    <a:pt x="935977" y="212852"/>
                  </a:moveTo>
                  <a:lnTo>
                    <a:pt x="833539" y="212852"/>
                  </a:lnTo>
                  <a:lnTo>
                    <a:pt x="833539" y="136867"/>
                  </a:lnTo>
                  <a:lnTo>
                    <a:pt x="927735" y="136867"/>
                  </a:lnTo>
                  <a:lnTo>
                    <a:pt x="927735" y="118948"/>
                  </a:lnTo>
                  <a:lnTo>
                    <a:pt x="833539" y="118948"/>
                  </a:lnTo>
                  <a:lnTo>
                    <a:pt x="833539" y="43256"/>
                  </a:lnTo>
                  <a:lnTo>
                    <a:pt x="933996" y="43256"/>
                  </a:lnTo>
                  <a:lnTo>
                    <a:pt x="933996" y="25044"/>
                  </a:lnTo>
                  <a:lnTo>
                    <a:pt x="813346" y="25044"/>
                  </a:lnTo>
                  <a:lnTo>
                    <a:pt x="813346" y="231063"/>
                  </a:lnTo>
                  <a:lnTo>
                    <a:pt x="935977" y="231063"/>
                  </a:lnTo>
                  <a:lnTo>
                    <a:pt x="935977" y="212852"/>
                  </a:lnTo>
                  <a:close/>
                </a:path>
                <a:path w="2295525" h="1204595">
                  <a:moveTo>
                    <a:pt x="1671332" y="487692"/>
                  </a:moveTo>
                  <a:lnTo>
                    <a:pt x="1646288" y="487692"/>
                  </a:lnTo>
                  <a:lnTo>
                    <a:pt x="1646288" y="526681"/>
                  </a:lnTo>
                  <a:lnTo>
                    <a:pt x="1646288" y="547738"/>
                  </a:lnTo>
                  <a:lnTo>
                    <a:pt x="1646288" y="586155"/>
                  </a:lnTo>
                  <a:lnTo>
                    <a:pt x="1597063" y="586155"/>
                  </a:lnTo>
                  <a:lnTo>
                    <a:pt x="1597063" y="547738"/>
                  </a:lnTo>
                  <a:lnTo>
                    <a:pt x="1646288" y="547738"/>
                  </a:lnTo>
                  <a:lnTo>
                    <a:pt x="1646288" y="526681"/>
                  </a:lnTo>
                  <a:lnTo>
                    <a:pt x="1597063" y="526681"/>
                  </a:lnTo>
                  <a:lnTo>
                    <a:pt x="1597063" y="487692"/>
                  </a:lnTo>
                  <a:lnTo>
                    <a:pt x="1571447" y="487692"/>
                  </a:lnTo>
                  <a:lnTo>
                    <a:pt x="1571447" y="608063"/>
                  </a:lnTo>
                  <a:lnTo>
                    <a:pt x="1671332" y="608063"/>
                  </a:lnTo>
                  <a:lnTo>
                    <a:pt x="1671332" y="586155"/>
                  </a:lnTo>
                  <a:lnTo>
                    <a:pt x="1671332" y="547738"/>
                  </a:lnTo>
                  <a:lnTo>
                    <a:pt x="1671332" y="526681"/>
                  </a:lnTo>
                  <a:lnTo>
                    <a:pt x="1671332" y="487692"/>
                  </a:lnTo>
                  <a:close/>
                </a:path>
                <a:path w="2295525" h="1204595">
                  <a:moveTo>
                    <a:pt x="1701203" y="1051077"/>
                  </a:moveTo>
                  <a:lnTo>
                    <a:pt x="1696250" y="1014069"/>
                  </a:lnTo>
                  <a:lnTo>
                    <a:pt x="1682534" y="985926"/>
                  </a:lnTo>
                  <a:lnTo>
                    <a:pt x="1675028" y="979474"/>
                  </a:lnTo>
                  <a:lnTo>
                    <a:pt x="1675028" y="1051077"/>
                  </a:lnTo>
                  <a:lnTo>
                    <a:pt x="1672132" y="1078357"/>
                  </a:lnTo>
                  <a:lnTo>
                    <a:pt x="1664004" y="1098956"/>
                  </a:lnTo>
                  <a:lnTo>
                    <a:pt x="1651495" y="1111986"/>
                  </a:lnTo>
                  <a:lnTo>
                    <a:pt x="1635467" y="1116533"/>
                  </a:lnTo>
                  <a:lnTo>
                    <a:pt x="1619288" y="1111986"/>
                  </a:lnTo>
                  <a:lnTo>
                    <a:pt x="1606702" y="1098956"/>
                  </a:lnTo>
                  <a:lnTo>
                    <a:pt x="1598536" y="1078357"/>
                  </a:lnTo>
                  <a:lnTo>
                    <a:pt x="1595640" y="1051077"/>
                  </a:lnTo>
                  <a:lnTo>
                    <a:pt x="1598536" y="1023975"/>
                  </a:lnTo>
                  <a:lnTo>
                    <a:pt x="1606702" y="1003452"/>
                  </a:lnTo>
                  <a:lnTo>
                    <a:pt x="1619288" y="990460"/>
                  </a:lnTo>
                  <a:lnTo>
                    <a:pt x="1635467" y="985926"/>
                  </a:lnTo>
                  <a:lnTo>
                    <a:pt x="1651495" y="990460"/>
                  </a:lnTo>
                  <a:lnTo>
                    <a:pt x="1664004" y="1003452"/>
                  </a:lnTo>
                  <a:lnTo>
                    <a:pt x="1672132" y="1023975"/>
                  </a:lnTo>
                  <a:lnTo>
                    <a:pt x="1675028" y="1051077"/>
                  </a:lnTo>
                  <a:lnTo>
                    <a:pt x="1675028" y="979474"/>
                  </a:lnTo>
                  <a:lnTo>
                    <a:pt x="1661706" y="968006"/>
                  </a:lnTo>
                  <a:lnTo>
                    <a:pt x="1635467" y="961732"/>
                  </a:lnTo>
                  <a:lnTo>
                    <a:pt x="1608950" y="968006"/>
                  </a:lnTo>
                  <a:lnTo>
                    <a:pt x="1588058" y="985926"/>
                  </a:lnTo>
                  <a:lnTo>
                    <a:pt x="1574368" y="1014069"/>
                  </a:lnTo>
                  <a:lnTo>
                    <a:pt x="1569453" y="1051077"/>
                  </a:lnTo>
                  <a:lnTo>
                    <a:pt x="1574368" y="1088250"/>
                  </a:lnTo>
                  <a:lnTo>
                    <a:pt x="1585874" y="1111986"/>
                  </a:lnTo>
                  <a:lnTo>
                    <a:pt x="1588096" y="1116533"/>
                  </a:lnTo>
                  <a:lnTo>
                    <a:pt x="1608950" y="1134427"/>
                  </a:lnTo>
                  <a:lnTo>
                    <a:pt x="1635467" y="1140714"/>
                  </a:lnTo>
                  <a:lnTo>
                    <a:pt x="1661706" y="1134427"/>
                  </a:lnTo>
                  <a:lnTo>
                    <a:pt x="1682496" y="1116533"/>
                  </a:lnTo>
                  <a:lnTo>
                    <a:pt x="1696250" y="1088250"/>
                  </a:lnTo>
                  <a:lnTo>
                    <a:pt x="1701203" y="1051077"/>
                  </a:lnTo>
                  <a:close/>
                </a:path>
                <a:path w="2295525" h="1204595">
                  <a:moveTo>
                    <a:pt x="1717713" y="175856"/>
                  </a:moveTo>
                  <a:lnTo>
                    <a:pt x="1691081" y="157683"/>
                  </a:lnTo>
                  <a:lnTo>
                    <a:pt x="1670507" y="131394"/>
                  </a:lnTo>
                  <a:lnTo>
                    <a:pt x="1665427" y="119227"/>
                  </a:lnTo>
                  <a:lnTo>
                    <a:pt x="1657248" y="99669"/>
                  </a:lnTo>
                  <a:lnTo>
                    <a:pt x="1652549" y="65163"/>
                  </a:lnTo>
                  <a:lnTo>
                    <a:pt x="1652549" y="21628"/>
                  </a:lnTo>
                  <a:lnTo>
                    <a:pt x="1625231" y="21628"/>
                  </a:lnTo>
                  <a:lnTo>
                    <a:pt x="1625231" y="65163"/>
                  </a:lnTo>
                  <a:lnTo>
                    <a:pt x="1620583" y="99669"/>
                  </a:lnTo>
                  <a:lnTo>
                    <a:pt x="1620481" y="100457"/>
                  </a:lnTo>
                  <a:lnTo>
                    <a:pt x="1607058" y="133464"/>
                  </a:lnTo>
                  <a:lnTo>
                    <a:pt x="1586217" y="161124"/>
                  </a:lnTo>
                  <a:lnTo>
                    <a:pt x="1559217" y="180403"/>
                  </a:lnTo>
                  <a:lnTo>
                    <a:pt x="1576285" y="202323"/>
                  </a:lnTo>
                  <a:lnTo>
                    <a:pt x="1596898" y="188010"/>
                  </a:lnTo>
                  <a:lnTo>
                    <a:pt x="1614500" y="168783"/>
                  </a:lnTo>
                  <a:lnTo>
                    <a:pt x="1628724" y="145542"/>
                  </a:lnTo>
                  <a:lnTo>
                    <a:pt x="1639176" y="119227"/>
                  </a:lnTo>
                  <a:lnTo>
                    <a:pt x="1649526" y="144119"/>
                  </a:lnTo>
                  <a:lnTo>
                    <a:pt x="1663522" y="165989"/>
                  </a:lnTo>
                  <a:lnTo>
                    <a:pt x="1680845" y="184035"/>
                  </a:lnTo>
                  <a:lnTo>
                    <a:pt x="1701203" y="197485"/>
                  </a:lnTo>
                  <a:lnTo>
                    <a:pt x="1717713" y="175856"/>
                  </a:lnTo>
                  <a:close/>
                </a:path>
                <a:path w="2295525" h="1204595">
                  <a:moveTo>
                    <a:pt x="1771777" y="942670"/>
                  </a:moveTo>
                  <a:lnTo>
                    <a:pt x="1744738" y="942670"/>
                  </a:lnTo>
                  <a:lnTo>
                    <a:pt x="1744738" y="1198194"/>
                  </a:lnTo>
                  <a:lnTo>
                    <a:pt x="1771777" y="1198194"/>
                  </a:lnTo>
                  <a:lnTo>
                    <a:pt x="1771777" y="942670"/>
                  </a:lnTo>
                  <a:close/>
                </a:path>
                <a:path w="2295525" h="1204595">
                  <a:moveTo>
                    <a:pt x="1773199" y="292"/>
                  </a:moveTo>
                  <a:lnTo>
                    <a:pt x="1746453" y="292"/>
                  </a:lnTo>
                  <a:lnTo>
                    <a:pt x="1746453" y="85090"/>
                  </a:lnTo>
                  <a:lnTo>
                    <a:pt x="1689531" y="85090"/>
                  </a:lnTo>
                  <a:lnTo>
                    <a:pt x="1689531" y="106997"/>
                  </a:lnTo>
                  <a:lnTo>
                    <a:pt x="1746453" y="106997"/>
                  </a:lnTo>
                  <a:lnTo>
                    <a:pt x="1746453" y="255816"/>
                  </a:lnTo>
                  <a:lnTo>
                    <a:pt x="1773199" y="255816"/>
                  </a:lnTo>
                  <a:lnTo>
                    <a:pt x="1773199" y="292"/>
                  </a:lnTo>
                  <a:close/>
                </a:path>
                <a:path w="2295525" h="1204595">
                  <a:moveTo>
                    <a:pt x="1778038" y="639076"/>
                  </a:moveTo>
                  <a:lnTo>
                    <a:pt x="1604746" y="639076"/>
                  </a:lnTo>
                  <a:lnTo>
                    <a:pt x="1604746" y="660984"/>
                  </a:lnTo>
                  <a:lnTo>
                    <a:pt x="1751279" y="660984"/>
                  </a:lnTo>
                  <a:lnTo>
                    <a:pt x="1751279" y="726440"/>
                  </a:lnTo>
                  <a:lnTo>
                    <a:pt x="1778038" y="726440"/>
                  </a:lnTo>
                  <a:lnTo>
                    <a:pt x="1778038" y="639076"/>
                  </a:lnTo>
                  <a:close/>
                </a:path>
                <a:path w="2295525" h="1204595">
                  <a:moveTo>
                    <a:pt x="1778038" y="471766"/>
                  </a:moveTo>
                  <a:lnTo>
                    <a:pt x="1752422" y="471766"/>
                  </a:lnTo>
                  <a:lnTo>
                    <a:pt x="1752422" y="536638"/>
                  </a:lnTo>
                  <a:lnTo>
                    <a:pt x="1722551" y="536638"/>
                  </a:lnTo>
                  <a:lnTo>
                    <a:pt x="1722551" y="476313"/>
                  </a:lnTo>
                  <a:lnTo>
                    <a:pt x="1697507" y="476313"/>
                  </a:lnTo>
                  <a:lnTo>
                    <a:pt x="1697507" y="623138"/>
                  </a:lnTo>
                  <a:lnTo>
                    <a:pt x="1722551" y="623138"/>
                  </a:lnTo>
                  <a:lnTo>
                    <a:pt x="1722551" y="558838"/>
                  </a:lnTo>
                  <a:lnTo>
                    <a:pt x="1752422" y="558838"/>
                  </a:lnTo>
                  <a:lnTo>
                    <a:pt x="1752422" y="624852"/>
                  </a:lnTo>
                  <a:lnTo>
                    <a:pt x="1778038" y="624852"/>
                  </a:lnTo>
                  <a:lnTo>
                    <a:pt x="1778038" y="558838"/>
                  </a:lnTo>
                  <a:lnTo>
                    <a:pt x="1778038" y="536638"/>
                  </a:lnTo>
                  <a:lnTo>
                    <a:pt x="1778038" y="471766"/>
                  </a:lnTo>
                  <a:close/>
                </a:path>
                <a:path w="2295525" h="1204595">
                  <a:moveTo>
                    <a:pt x="1939721" y="173012"/>
                  </a:moveTo>
                  <a:lnTo>
                    <a:pt x="1900669" y="130187"/>
                  </a:lnTo>
                  <a:lnTo>
                    <a:pt x="1887651" y="69430"/>
                  </a:lnTo>
                  <a:lnTo>
                    <a:pt x="1887651" y="23622"/>
                  </a:lnTo>
                  <a:lnTo>
                    <a:pt x="1861464" y="23622"/>
                  </a:lnTo>
                  <a:lnTo>
                    <a:pt x="1861464" y="71145"/>
                  </a:lnTo>
                  <a:lnTo>
                    <a:pt x="1857883" y="103708"/>
                  </a:lnTo>
                  <a:lnTo>
                    <a:pt x="1847240" y="134531"/>
                  </a:lnTo>
                  <a:lnTo>
                    <a:pt x="1829777" y="161175"/>
                  </a:lnTo>
                  <a:lnTo>
                    <a:pt x="1805698" y="181267"/>
                  </a:lnTo>
                  <a:lnTo>
                    <a:pt x="1822767" y="200901"/>
                  </a:lnTo>
                  <a:lnTo>
                    <a:pt x="1839963" y="187794"/>
                  </a:lnTo>
                  <a:lnTo>
                    <a:pt x="1854377" y="170738"/>
                  </a:lnTo>
                  <a:lnTo>
                    <a:pt x="1865922" y="150482"/>
                  </a:lnTo>
                  <a:lnTo>
                    <a:pt x="1874558" y="127762"/>
                  </a:lnTo>
                  <a:lnTo>
                    <a:pt x="1882597" y="148450"/>
                  </a:lnTo>
                  <a:lnTo>
                    <a:pt x="1893468" y="166827"/>
                  </a:lnTo>
                  <a:lnTo>
                    <a:pt x="1907197" y="182308"/>
                  </a:lnTo>
                  <a:lnTo>
                    <a:pt x="1923783" y="194348"/>
                  </a:lnTo>
                  <a:lnTo>
                    <a:pt x="1939721" y="173012"/>
                  </a:lnTo>
                  <a:close/>
                </a:path>
                <a:path w="2295525" h="1204595">
                  <a:moveTo>
                    <a:pt x="1970163" y="650176"/>
                  </a:moveTo>
                  <a:lnTo>
                    <a:pt x="1921865" y="608101"/>
                  </a:lnTo>
                  <a:lnTo>
                    <a:pt x="1903018" y="546595"/>
                  </a:lnTo>
                  <a:lnTo>
                    <a:pt x="1903018" y="519569"/>
                  </a:lnTo>
                  <a:lnTo>
                    <a:pt x="1961057" y="519569"/>
                  </a:lnTo>
                  <a:lnTo>
                    <a:pt x="1961057" y="497090"/>
                  </a:lnTo>
                  <a:lnTo>
                    <a:pt x="1817370" y="497090"/>
                  </a:lnTo>
                  <a:lnTo>
                    <a:pt x="1817370" y="519569"/>
                  </a:lnTo>
                  <a:lnTo>
                    <a:pt x="1875701" y="519569"/>
                  </a:lnTo>
                  <a:lnTo>
                    <a:pt x="1875701" y="546595"/>
                  </a:lnTo>
                  <a:lnTo>
                    <a:pt x="1870481" y="579729"/>
                  </a:lnTo>
                  <a:lnTo>
                    <a:pt x="1856422" y="611225"/>
                  </a:lnTo>
                  <a:lnTo>
                    <a:pt x="1835200" y="637870"/>
                  </a:lnTo>
                  <a:lnTo>
                    <a:pt x="1808543" y="656437"/>
                  </a:lnTo>
                  <a:lnTo>
                    <a:pt x="1824189" y="677773"/>
                  </a:lnTo>
                  <a:lnTo>
                    <a:pt x="1845246" y="663968"/>
                  </a:lnTo>
                  <a:lnTo>
                    <a:pt x="1863585" y="645020"/>
                  </a:lnTo>
                  <a:lnTo>
                    <a:pt x="1878596" y="621957"/>
                  </a:lnTo>
                  <a:lnTo>
                    <a:pt x="1889645" y="595833"/>
                  </a:lnTo>
                  <a:lnTo>
                    <a:pt x="1900669" y="620153"/>
                  </a:lnTo>
                  <a:lnTo>
                    <a:pt x="1915680" y="641375"/>
                  </a:lnTo>
                  <a:lnTo>
                    <a:pt x="1934095" y="658672"/>
                  </a:lnTo>
                  <a:lnTo>
                    <a:pt x="1955368" y="671233"/>
                  </a:lnTo>
                  <a:lnTo>
                    <a:pt x="1970163" y="650176"/>
                  </a:lnTo>
                  <a:close/>
                </a:path>
                <a:path w="2295525" h="1204595">
                  <a:moveTo>
                    <a:pt x="1977275" y="947508"/>
                  </a:moveTo>
                  <a:lnTo>
                    <a:pt x="1951672" y="947508"/>
                  </a:lnTo>
                  <a:lnTo>
                    <a:pt x="1951672" y="1002703"/>
                  </a:lnTo>
                  <a:lnTo>
                    <a:pt x="1951672" y="1024623"/>
                  </a:lnTo>
                  <a:lnTo>
                    <a:pt x="1951672" y="1080681"/>
                  </a:lnTo>
                  <a:lnTo>
                    <a:pt x="1920367" y="1080681"/>
                  </a:lnTo>
                  <a:lnTo>
                    <a:pt x="1921217" y="1074115"/>
                  </a:lnTo>
                  <a:lnTo>
                    <a:pt x="1921852" y="1067269"/>
                  </a:lnTo>
                  <a:lnTo>
                    <a:pt x="1922233" y="1060145"/>
                  </a:lnTo>
                  <a:lnTo>
                    <a:pt x="1922360" y="1052791"/>
                  </a:lnTo>
                  <a:lnTo>
                    <a:pt x="1922233" y="1045349"/>
                  </a:lnTo>
                  <a:lnTo>
                    <a:pt x="1921852" y="1038174"/>
                  </a:lnTo>
                  <a:lnTo>
                    <a:pt x="1921217" y="1031265"/>
                  </a:lnTo>
                  <a:lnTo>
                    <a:pt x="1920494" y="1025575"/>
                  </a:lnTo>
                  <a:lnTo>
                    <a:pt x="1920367" y="1024623"/>
                  </a:lnTo>
                  <a:lnTo>
                    <a:pt x="1951672" y="1024623"/>
                  </a:lnTo>
                  <a:lnTo>
                    <a:pt x="1951672" y="1002703"/>
                  </a:lnTo>
                  <a:lnTo>
                    <a:pt x="1914677" y="1002703"/>
                  </a:lnTo>
                  <a:lnTo>
                    <a:pt x="1907654" y="988479"/>
                  </a:lnTo>
                  <a:lnTo>
                    <a:pt x="1906371" y="985888"/>
                  </a:lnTo>
                  <a:lnTo>
                    <a:pt x="1897608" y="975880"/>
                  </a:lnTo>
                  <a:lnTo>
                    <a:pt x="1897608" y="1052791"/>
                  </a:lnTo>
                  <a:lnTo>
                    <a:pt x="1895449" y="1080008"/>
                  </a:lnTo>
                  <a:lnTo>
                    <a:pt x="1889290" y="1100201"/>
                  </a:lnTo>
                  <a:lnTo>
                    <a:pt x="1879600" y="1112774"/>
                  </a:lnTo>
                  <a:lnTo>
                    <a:pt x="1866874" y="1117092"/>
                  </a:lnTo>
                  <a:lnTo>
                    <a:pt x="1854238" y="1112774"/>
                  </a:lnTo>
                  <a:lnTo>
                    <a:pt x="1844751" y="1100201"/>
                  </a:lnTo>
                  <a:lnTo>
                    <a:pt x="1838782" y="1080008"/>
                  </a:lnTo>
                  <a:lnTo>
                    <a:pt x="1836712" y="1052791"/>
                  </a:lnTo>
                  <a:lnTo>
                    <a:pt x="1838782" y="1025575"/>
                  </a:lnTo>
                  <a:lnTo>
                    <a:pt x="1844751" y="1005382"/>
                  </a:lnTo>
                  <a:lnTo>
                    <a:pt x="1854238" y="992809"/>
                  </a:lnTo>
                  <a:lnTo>
                    <a:pt x="1866874" y="988479"/>
                  </a:lnTo>
                  <a:lnTo>
                    <a:pt x="1879600" y="992809"/>
                  </a:lnTo>
                  <a:lnTo>
                    <a:pt x="1889290" y="1005382"/>
                  </a:lnTo>
                  <a:lnTo>
                    <a:pt x="1895449" y="1025575"/>
                  </a:lnTo>
                  <a:lnTo>
                    <a:pt x="1897608" y="1052791"/>
                  </a:lnTo>
                  <a:lnTo>
                    <a:pt x="1897608" y="975880"/>
                  </a:lnTo>
                  <a:lnTo>
                    <a:pt x="1895475" y="973442"/>
                  </a:lnTo>
                  <a:lnTo>
                    <a:pt x="1882228" y="965733"/>
                  </a:lnTo>
                  <a:lnTo>
                    <a:pt x="1866874" y="963155"/>
                  </a:lnTo>
                  <a:lnTo>
                    <a:pt x="1844255" y="969276"/>
                  </a:lnTo>
                  <a:lnTo>
                    <a:pt x="1826933" y="987171"/>
                  </a:lnTo>
                  <a:lnTo>
                    <a:pt x="1815858" y="1015453"/>
                  </a:lnTo>
                  <a:lnTo>
                    <a:pt x="1811959" y="1052791"/>
                  </a:lnTo>
                  <a:lnTo>
                    <a:pt x="1815858" y="1090168"/>
                  </a:lnTo>
                  <a:lnTo>
                    <a:pt x="1826933" y="1118552"/>
                  </a:lnTo>
                  <a:lnTo>
                    <a:pt x="1844255" y="1136535"/>
                  </a:lnTo>
                  <a:lnTo>
                    <a:pt x="1866874" y="1142707"/>
                  </a:lnTo>
                  <a:lnTo>
                    <a:pt x="1882254" y="1140104"/>
                  </a:lnTo>
                  <a:lnTo>
                    <a:pt x="1895525" y="1132344"/>
                  </a:lnTo>
                  <a:lnTo>
                    <a:pt x="1906435" y="1119797"/>
                  </a:lnTo>
                  <a:lnTo>
                    <a:pt x="1907743" y="1117092"/>
                  </a:lnTo>
                  <a:lnTo>
                    <a:pt x="1914677" y="1102868"/>
                  </a:lnTo>
                  <a:lnTo>
                    <a:pt x="1951672" y="1102868"/>
                  </a:lnTo>
                  <a:lnTo>
                    <a:pt x="1951672" y="1185100"/>
                  </a:lnTo>
                  <a:lnTo>
                    <a:pt x="1977275" y="1185100"/>
                  </a:lnTo>
                  <a:lnTo>
                    <a:pt x="1977275" y="1102868"/>
                  </a:lnTo>
                  <a:lnTo>
                    <a:pt x="1977275" y="1080681"/>
                  </a:lnTo>
                  <a:lnTo>
                    <a:pt x="1977275" y="1024623"/>
                  </a:lnTo>
                  <a:lnTo>
                    <a:pt x="1977275" y="1002703"/>
                  </a:lnTo>
                  <a:lnTo>
                    <a:pt x="1977275" y="947508"/>
                  </a:lnTo>
                  <a:close/>
                </a:path>
                <a:path w="2295525" h="1204595">
                  <a:moveTo>
                    <a:pt x="2020252" y="471474"/>
                  </a:moveTo>
                  <a:lnTo>
                    <a:pt x="1993214" y="471474"/>
                  </a:lnTo>
                  <a:lnTo>
                    <a:pt x="1993214" y="726440"/>
                  </a:lnTo>
                  <a:lnTo>
                    <a:pt x="2020252" y="726440"/>
                  </a:lnTo>
                  <a:lnTo>
                    <a:pt x="2020252" y="471474"/>
                  </a:lnTo>
                  <a:close/>
                </a:path>
                <a:path w="2295525" h="1204595">
                  <a:moveTo>
                    <a:pt x="2028494" y="942670"/>
                  </a:moveTo>
                  <a:lnTo>
                    <a:pt x="2002612" y="942670"/>
                  </a:lnTo>
                  <a:lnTo>
                    <a:pt x="2002612" y="1197622"/>
                  </a:lnTo>
                  <a:lnTo>
                    <a:pt x="2028494" y="1197622"/>
                  </a:lnTo>
                  <a:lnTo>
                    <a:pt x="2028494" y="942670"/>
                  </a:lnTo>
                  <a:close/>
                </a:path>
                <a:path w="2295525" h="1204595">
                  <a:moveTo>
                    <a:pt x="2028494" y="292"/>
                  </a:moveTo>
                  <a:lnTo>
                    <a:pt x="2002612" y="292"/>
                  </a:lnTo>
                  <a:lnTo>
                    <a:pt x="2002612" y="101879"/>
                  </a:lnTo>
                  <a:lnTo>
                    <a:pt x="1971878" y="101879"/>
                  </a:lnTo>
                  <a:lnTo>
                    <a:pt x="1971878" y="5130"/>
                  </a:lnTo>
                  <a:lnTo>
                    <a:pt x="1945982" y="5130"/>
                  </a:lnTo>
                  <a:lnTo>
                    <a:pt x="1945982" y="242722"/>
                  </a:lnTo>
                  <a:lnTo>
                    <a:pt x="1971878" y="242722"/>
                  </a:lnTo>
                  <a:lnTo>
                    <a:pt x="1971878" y="123786"/>
                  </a:lnTo>
                  <a:lnTo>
                    <a:pt x="2002612" y="123786"/>
                  </a:lnTo>
                  <a:lnTo>
                    <a:pt x="2002612" y="255244"/>
                  </a:lnTo>
                  <a:lnTo>
                    <a:pt x="2028494" y="255244"/>
                  </a:lnTo>
                  <a:lnTo>
                    <a:pt x="2028494" y="123786"/>
                  </a:lnTo>
                  <a:lnTo>
                    <a:pt x="2028494" y="101879"/>
                  </a:lnTo>
                  <a:lnTo>
                    <a:pt x="2028494" y="292"/>
                  </a:lnTo>
                  <a:close/>
                </a:path>
                <a:path w="2295525" h="1204595">
                  <a:moveTo>
                    <a:pt x="2208974" y="132600"/>
                  </a:moveTo>
                  <a:lnTo>
                    <a:pt x="2163330" y="103682"/>
                  </a:lnTo>
                  <a:lnTo>
                    <a:pt x="2146935" y="60045"/>
                  </a:lnTo>
                  <a:lnTo>
                    <a:pt x="2146935" y="55486"/>
                  </a:lnTo>
                  <a:lnTo>
                    <a:pt x="2202421" y="55486"/>
                  </a:lnTo>
                  <a:lnTo>
                    <a:pt x="2202421" y="33578"/>
                  </a:lnTo>
                  <a:lnTo>
                    <a:pt x="2147227" y="33578"/>
                  </a:lnTo>
                  <a:lnTo>
                    <a:pt x="2147227" y="1993"/>
                  </a:lnTo>
                  <a:lnTo>
                    <a:pt x="2120188" y="1993"/>
                  </a:lnTo>
                  <a:lnTo>
                    <a:pt x="2120188" y="33578"/>
                  </a:lnTo>
                  <a:lnTo>
                    <a:pt x="2064702" y="33578"/>
                  </a:lnTo>
                  <a:lnTo>
                    <a:pt x="2064702" y="55486"/>
                  </a:lnTo>
                  <a:lnTo>
                    <a:pt x="2120188" y="55486"/>
                  </a:lnTo>
                  <a:lnTo>
                    <a:pt x="2120188" y="60045"/>
                  </a:lnTo>
                  <a:lnTo>
                    <a:pt x="2115845" y="84658"/>
                  </a:lnTo>
                  <a:lnTo>
                    <a:pt x="2103361" y="106743"/>
                  </a:lnTo>
                  <a:lnTo>
                    <a:pt x="2083574" y="124828"/>
                  </a:lnTo>
                  <a:lnTo>
                    <a:pt x="2057298" y="137439"/>
                  </a:lnTo>
                  <a:lnTo>
                    <a:pt x="2070963" y="159067"/>
                  </a:lnTo>
                  <a:lnTo>
                    <a:pt x="2091753" y="149453"/>
                  </a:lnTo>
                  <a:lnTo>
                    <a:pt x="2109343" y="136448"/>
                  </a:lnTo>
                  <a:lnTo>
                    <a:pt x="2123465" y="120459"/>
                  </a:lnTo>
                  <a:lnTo>
                    <a:pt x="2133841" y="101879"/>
                  </a:lnTo>
                  <a:lnTo>
                    <a:pt x="2144230" y="119087"/>
                  </a:lnTo>
                  <a:lnTo>
                    <a:pt x="2158161" y="133908"/>
                  </a:lnTo>
                  <a:lnTo>
                    <a:pt x="2175357" y="145872"/>
                  </a:lnTo>
                  <a:lnTo>
                    <a:pt x="2195588" y="154520"/>
                  </a:lnTo>
                  <a:lnTo>
                    <a:pt x="2208974" y="132600"/>
                  </a:lnTo>
                  <a:close/>
                </a:path>
                <a:path w="2295525" h="1204595">
                  <a:moveTo>
                    <a:pt x="2210676" y="1074127"/>
                  </a:moveTo>
                  <a:lnTo>
                    <a:pt x="2208834" y="1060183"/>
                  </a:lnTo>
                  <a:lnTo>
                    <a:pt x="2207831" y="1052499"/>
                  </a:lnTo>
                  <a:lnTo>
                    <a:pt x="2180780" y="1056322"/>
                  </a:lnTo>
                  <a:lnTo>
                    <a:pt x="2154161" y="1058646"/>
                  </a:lnTo>
                  <a:lnTo>
                    <a:pt x="2126196" y="1059802"/>
                  </a:lnTo>
                  <a:lnTo>
                    <a:pt x="2095144" y="1060183"/>
                  </a:lnTo>
                  <a:lnTo>
                    <a:pt x="2095144" y="1028319"/>
                  </a:lnTo>
                  <a:lnTo>
                    <a:pt x="2183930" y="1028319"/>
                  </a:lnTo>
                  <a:lnTo>
                    <a:pt x="2183930" y="956322"/>
                  </a:lnTo>
                  <a:lnTo>
                    <a:pt x="2067826" y="956322"/>
                  </a:lnTo>
                  <a:lnTo>
                    <a:pt x="2067826" y="977950"/>
                  </a:lnTo>
                  <a:lnTo>
                    <a:pt x="2157463" y="977950"/>
                  </a:lnTo>
                  <a:lnTo>
                    <a:pt x="2157463" y="1007833"/>
                  </a:lnTo>
                  <a:lnTo>
                    <a:pt x="2068118" y="1007833"/>
                  </a:lnTo>
                  <a:lnTo>
                    <a:pt x="2068118" y="1082662"/>
                  </a:lnTo>
                  <a:lnTo>
                    <a:pt x="2088603" y="1082662"/>
                  </a:lnTo>
                  <a:lnTo>
                    <a:pt x="2122767" y="1082332"/>
                  </a:lnTo>
                  <a:lnTo>
                    <a:pt x="2153158" y="1081062"/>
                  </a:lnTo>
                  <a:lnTo>
                    <a:pt x="2181796" y="1078471"/>
                  </a:lnTo>
                  <a:lnTo>
                    <a:pt x="2210676" y="1074127"/>
                  </a:lnTo>
                  <a:close/>
                </a:path>
                <a:path w="2295525" h="1204595">
                  <a:moveTo>
                    <a:pt x="2257336" y="563676"/>
                  </a:moveTo>
                  <a:lnTo>
                    <a:pt x="2251710" y="546938"/>
                  </a:lnTo>
                  <a:lnTo>
                    <a:pt x="2248179" y="544322"/>
                  </a:lnTo>
                  <a:lnTo>
                    <a:pt x="2235365" y="534822"/>
                  </a:lnTo>
                  <a:lnTo>
                    <a:pt x="2230031" y="533336"/>
                  </a:lnTo>
                  <a:lnTo>
                    <a:pt x="2230031" y="563676"/>
                  </a:lnTo>
                  <a:lnTo>
                    <a:pt x="2226386" y="572096"/>
                  </a:lnTo>
                  <a:lnTo>
                    <a:pt x="2215616" y="578154"/>
                  </a:lnTo>
                  <a:lnTo>
                    <a:pt x="2197976" y="581799"/>
                  </a:lnTo>
                  <a:lnTo>
                    <a:pt x="2173681" y="583018"/>
                  </a:lnTo>
                  <a:lnTo>
                    <a:pt x="2149271" y="581799"/>
                  </a:lnTo>
                  <a:lnTo>
                    <a:pt x="2131644" y="578154"/>
                  </a:lnTo>
                  <a:lnTo>
                    <a:pt x="2120950" y="572096"/>
                  </a:lnTo>
                  <a:lnTo>
                    <a:pt x="2117344" y="563676"/>
                  </a:lnTo>
                  <a:lnTo>
                    <a:pt x="2120950" y="555244"/>
                  </a:lnTo>
                  <a:lnTo>
                    <a:pt x="2131644" y="549198"/>
                  </a:lnTo>
                  <a:lnTo>
                    <a:pt x="2149271" y="545541"/>
                  </a:lnTo>
                  <a:lnTo>
                    <a:pt x="2173681" y="544322"/>
                  </a:lnTo>
                  <a:lnTo>
                    <a:pt x="2197976" y="545541"/>
                  </a:lnTo>
                  <a:lnTo>
                    <a:pt x="2215616" y="549198"/>
                  </a:lnTo>
                  <a:lnTo>
                    <a:pt x="2226386" y="555244"/>
                  </a:lnTo>
                  <a:lnTo>
                    <a:pt x="2230031" y="563676"/>
                  </a:lnTo>
                  <a:lnTo>
                    <a:pt x="2230031" y="533336"/>
                  </a:lnTo>
                  <a:lnTo>
                    <a:pt x="2209088" y="527456"/>
                  </a:lnTo>
                  <a:lnTo>
                    <a:pt x="2173681" y="524979"/>
                  </a:lnTo>
                  <a:lnTo>
                    <a:pt x="2138121" y="527456"/>
                  </a:lnTo>
                  <a:lnTo>
                    <a:pt x="2111794" y="534822"/>
                  </a:lnTo>
                  <a:lnTo>
                    <a:pt x="2095500" y="546938"/>
                  </a:lnTo>
                  <a:lnTo>
                    <a:pt x="2090026" y="563676"/>
                  </a:lnTo>
                  <a:lnTo>
                    <a:pt x="2095500" y="580491"/>
                  </a:lnTo>
                  <a:lnTo>
                    <a:pt x="2111794" y="592772"/>
                  </a:lnTo>
                  <a:lnTo>
                    <a:pt x="2138121" y="600252"/>
                  </a:lnTo>
                  <a:lnTo>
                    <a:pt x="2173681" y="602653"/>
                  </a:lnTo>
                  <a:lnTo>
                    <a:pt x="2209088" y="600252"/>
                  </a:lnTo>
                  <a:lnTo>
                    <a:pt x="2235365" y="592772"/>
                  </a:lnTo>
                  <a:lnTo>
                    <a:pt x="2248344" y="583018"/>
                  </a:lnTo>
                  <a:lnTo>
                    <a:pt x="2251710" y="580491"/>
                  </a:lnTo>
                  <a:lnTo>
                    <a:pt x="2257336" y="563676"/>
                  </a:lnTo>
                  <a:close/>
                </a:path>
                <a:path w="2295525" h="1204595">
                  <a:moveTo>
                    <a:pt x="2257907" y="1106563"/>
                  </a:moveTo>
                  <a:lnTo>
                    <a:pt x="2231733" y="1106563"/>
                  </a:lnTo>
                  <a:lnTo>
                    <a:pt x="2231733" y="1127620"/>
                  </a:lnTo>
                  <a:lnTo>
                    <a:pt x="2231733" y="1172591"/>
                  </a:lnTo>
                  <a:lnTo>
                    <a:pt x="2121039" y="1172591"/>
                  </a:lnTo>
                  <a:lnTo>
                    <a:pt x="2121039" y="1127620"/>
                  </a:lnTo>
                  <a:lnTo>
                    <a:pt x="2231733" y="1127620"/>
                  </a:lnTo>
                  <a:lnTo>
                    <a:pt x="2231733" y="1106563"/>
                  </a:lnTo>
                  <a:lnTo>
                    <a:pt x="2094585" y="1106563"/>
                  </a:lnTo>
                  <a:lnTo>
                    <a:pt x="2094585" y="1194498"/>
                  </a:lnTo>
                  <a:lnTo>
                    <a:pt x="2257907" y="1194498"/>
                  </a:lnTo>
                  <a:lnTo>
                    <a:pt x="2257907" y="1172591"/>
                  </a:lnTo>
                  <a:lnTo>
                    <a:pt x="2257907" y="1127620"/>
                  </a:lnTo>
                  <a:lnTo>
                    <a:pt x="2257907" y="1106563"/>
                  </a:lnTo>
                  <a:close/>
                </a:path>
                <a:path w="2295525" h="1204595">
                  <a:moveTo>
                    <a:pt x="2264740" y="699401"/>
                  </a:moveTo>
                  <a:lnTo>
                    <a:pt x="2113356" y="699401"/>
                  </a:lnTo>
                  <a:lnTo>
                    <a:pt x="2113356" y="657288"/>
                  </a:lnTo>
                  <a:lnTo>
                    <a:pt x="2086330" y="657288"/>
                  </a:lnTo>
                  <a:lnTo>
                    <a:pt x="2086330" y="721029"/>
                  </a:lnTo>
                  <a:lnTo>
                    <a:pt x="2264740" y="721029"/>
                  </a:lnTo>
                  <a:lnTo>
                    <a:pt x="2264740" y="699401"/>
                  </a:lnTo>
                  <a:close/>
                </a:path>
                <a:path w="2295525" h="1204595">
                  <a:moveTo>
                    <a:pt x="2268728" y="227926"/>
                  </a:moveTo>
                  <a:lnTo>
                    <a:pt x="2123313" y="227926"/>
                  </a:lnTo>
                  <a:lnTo>
                    <a:pt x="2123313" y="172440"/>
                  </a:lnTo>
                  <a:lnTo>
                    <a:pt x="2096287" y="172440"/>
                  </a:lnTo>
                  <a:lnTo>
                    <a:pt x="2096287" y="249834"/>
                  </a:lnTo>
                  <a:lnTo>
                    <a:pt x="2268728" y="249834"/>
                  </a:lnTo>
                  <a:lnTo>
                    <a:pt x="2268728" y="227926"/>
                  </a:lnTo>
                  <a:close/>
                </a:path>
                <a:path w="2295525" h="1204595">
                  <a:moveTo>
                    <a:pt x="2276970" y="494525"/>
                  </a:moveTo>
                  <a:lnTo>
                    <a:pt x="2187346" y="494525"/>
                  </a:lnTo>
                  <a:lnTo>
                    <a:pt x="2187346" y="468922"/>
                  </a:lnTo>
                  <a:lnTo>
                    <a:pt x="2160308" y="468922"/>
                  </a:lnTo>
                  <a:lnTo>
                    <a:pt x="2160308" y="494525"/>
                  </a:lnTo>
                  <a:lnTo>
                    <a:pt x="2069541" y="494525"/>
                  </a:lnTo>
                  <a:lnTo>
                    <a:pt x="2069541" y="515302"/>
                  </a:lnTo>
                  <a:lnTo>
                    <a:pt x="2276970" y="515302"/>
                  </a:lnTo>
                  <a:lnTo>
                    <a:pt x="2276970" y="494525"/>
                  </a:lnTo>
                  <a:close/>
                </a:path>
                <a:path w="2295525" h="1204595">
                  <a:moveTo>
                    <a:pt x="2290064" y="616318"/>
                  </a:moveTo>
                  <a:lnTo>
                    <a:pt x="2057590" y="616318"/>
                  </a:lnTo>
                  <a:lnTo>
                    <a:pt x="2057590" y="637946"/>
                  </a:lnTo>
                  <a:lnTo>
                    <a:pt x="2162581" y="637946"/>
                  </a:lnTo>
                  <a:lnTo>
                    <a:pt x="2162581" y="674077"/>
                  </a:lnTo>
                  <a:lnTo>
                    <a:pt x="2189340" y="674077"/>
                  </a:lnTo>
                  <a:lnTo>
                    <a:pt x="2189340" y="637946"/>
                  </a:lnTo>
                  <a:lnTo>
                    <a:pt x="2290064" y="637946"/>
                  </a:lnTo>
                  <a:lnTo>
                    <a:pt x="2290064" y="616318"/>
                  </a:lnTo>
                  <a:close/>
                </a:path>
                <a:path w="2295525" h="1204595">
                  <a:moveTo>
                    <a:pt x="2294902" y="78257"/>
                  </a:moveTo>
                  <a:lnTo>
                    <a:pt x="2257907" y="78257"/>
                  </a:lnTo>
                  <a:lnTo>
                    <a:pt x="2257907" y="0"/>
                  </a:lnTo>
                  <a:lnTo>
                    <a:pt x="2230882" y="0"/>
                  </a:lnTo>
                  <a:lnTo>
                    <a:pt x="2230882" y="188950"/>
                  </a:lnTo>
                  <a:lnTo>
                    <a:pt x="2257907" y="188950"/>
                  </a:lnTo>
                  <a:lnTo>
                    <a:pt x="2257907" y="100736"/>
                  </a:lnTo>
                  <a:lnTo>
                    <a:pt x="2294902" y="100736"/>
                  </a:lnTo>
                  <a:lnTo>
                    <a:pt x="2294902" y="78257"/>
                  </a:lnTo>
                  <a:close/>
                </a:path>
                <a:path w="2295525" h="1204595">
                  <a:moveTo>
                    <a:pt x="2295182" y="1006411"/>
                  </a:moveTo>
                  <a:lnTo>
                    <a:pt x="2257907" y="1006411"/>
                  </a:lnTo>
                  <a:lnTo>
                    <a:pt x="2257907" y="942949"/>
                  </a:lnTo>
                  <a:lnTo>
                    <a:pt x="2230882" y="942949"/>
                  </a:lnTo>
                  <a:lnTo>
                    <a:pt x="2230882" y="1094613"/>
                  </a:lnTo>
                  <a:lnTo>
                    <a:pt x="2257907" y="1094613"/>
                  </a:lnTo>
                  <a:lnTo>
                    <a:pt x="2257907" y="1029169"/>
                  </a:lnTo>
                  <a:lnTo>
                    <a:pt x="2295182" y="1029169"/>
                  </a:lnTo>
                  <a:lnTo>
                    <a:pt x="2295182" y="10064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917069" y="3430936"/>
              <a:ext cx="2791710" cy="33743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18793" y="3060948"/>
              <a:ext cx="1427290" cy="2571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1028" y="3204581"/>
            <a:ext cx="1073150" cy="373380"/>
          </a:xfrm>
          <a:custGeom>
            <a:avLst/>
            <a:gdLst/>
            <a:ahLst/>
            <a:cxnLst/>
            <a:rect l="l" t="t" r="r" b="b"/>
            <a:pathLst>
              <a:path w="1073150" h="373379">
                <a:moveTo>
                  <a:pt x="340712" y="285904"/>
                </a:moveTo>
                <a:lnTo>
                  <a:pt x="0" y="285904"/>
                </a:lnTo>
                <a:lnTo>
                  <a:pt x="0" y="328851"/>
                </a:lnTo>
                <a:lnTo>
                  <a:pt x="340712" y="328851"/>
                </a:lnTo>
                <a:lnTo>
                  <a:pt x="340712" y="285904"/>
                </a:lnTo>
                <a:close/>
              </a:path>
              <a:path w="1073150" h="373379">
                <a:moveTo>
                  <a:pt x="169742" y="19223"/>
                </a:moveTo>
                <a:lnTo>
                  <a:pt x="114065" y="26509"/>
                </a:lnTo>
                <a:lnTo>
                  <a:pt x="69737" y="47139"/>
                </a:lnTo>
                <a:lnTo>
                  <a:pt x="40441" y="79272"/>
                </a:lnTo>
                <a:lnTo>
                  <a:pt x="29858" y="121069"/>
                </a:lnTo>
                <a:lnTo>
                  <a:pt x="35583" y="147221"/>
                </a:lnTo>
                <a:lnTo>
                  <a:pt x="38321" y="159495"/>
                </a:lnTo>
                <a:lnTo>
                  <a:pt x="61710" y="189835"/>
                </a:lnTo>
                <a:lnTo>
                  <a:pt x="97672" y="211143"/>
                </a:lnTo>
                <a:lnTo>
                  <a:pt x="143565" y="222097"/>
                </a:lnTo>
                <a:lnTo>
                  <a:pt x="143565" y="285904"/>
                </a:lnTo>
                <a:lnTo>
                  <a:pt x="195511" y="285904"/>
                </a:lnTo>
                <a:lnTo>
                  <a:pt x="195511" y="222506"/>
                </a:lnTo>
                <a:lnTo>
                  <a:pt x="241560" y="211344"/>
                </a:lnTo>
                <a:lnTo>
                  <a:pt x="277698" y="189963"/>
                </a:lnTo>
                <a:lnTo>
                  <a:pt x="283558" y="182422"/>
                </a:lnTo>
                <a:lnTo>
                  <a:pt x="169742" y="182422"/>
                </a:lnTo>
                <a:lnTo>
                  <a:pt x="134024" y="178357"/>
                </a:lnTo>
                <a:lnTo>
                  <a:pt x="106089" y="166470"/>
                </a:lnTo>
                <a:lnTo>
                  <a:pt x="87894" y="147221"/>
                </a:lnTo>
                <a:lnTo>
                  <a:pt x="81394" y="121069"/>
                </a:lnTo>
                <a:lnTo>
                  <a:pt x="87894" y="95972"/>
                </a:lnTo>
                <a:lnTo>
                  <a:pt x="106089" y="77048"/>
                </a:lnTo>
                <a:lnTo>
                  <a:pt x="134024" y="65104"/>
                </a:lnTo>
                <a:lnTo>
                  <a:pt x="169742" y="60943"/>
                </a:lnTo>
                <a:lnTo>
                  <a:pt x="282436" y="60943"/>
                </a:lnTo>
                <a:lnTo>
                  <a:pt x="269799" y="47139"/>
                </a:lnTo>
                <a:lnTo>
                  <a:pt x="225426" y="26509"/>
                </a:lnTo>
                <a:lnTo>
                  <a:pt x="169742" y="19223"/>
                </a:lnTo>
                <a:close/>
              </a:path>
              <a:path w="1073150" h="373379">
                <a:moveTo>
                  <a:pt x="282436" y="60943"/>
                </a:moveTo>
                <a:lnTo>
                  <a:pt x="169742" y="60943"/>
                </a:lnTo>
                <a:lnTo>
                  <a:pt x="205640" y="65104"/>
                </a:lnTo>
                <a:lnTo>
                  <a:pt x="233600" y="77048"/>
                </a:lnTo>
                <a:lnTo>
                  <a:pt x="251821" y="95972"/>
                </a:lnTo>
                <a:lnTo>
                  <a:pt x="258499" y="121069"/>
                </a:lnTo>
                <a:lnTo>
                  <a:pt x="251821" y="147221"/>
                </a:lnTo>
                <a:lnTo>
                  <a:pt x="233600" y="166470"/>
                </a:lnTo>
                <a:lnTo>
                  <a:pt x="205640" y="178357"/>
                </a:lnTo>
                <a:lnTo>
                  <a:pt x="169742" y="182422"/>
                </a:lnTo>
                <a:lnTo>
                  <a:pt x="283558" y="182422"/>
                </a:lnTo>
                <a:lnTo>
                  <a:pt x="301373" y="159495"/>
                </a:lnTo>
                <a:lnTo>
                  <a:pt x="310036" y="121069"/>
                </a:lnTo>
                <a:lnTo>
                  <a:pt x="299216" y="79272"/>
                </a:lnTo>
                <a:lnTo>
                  <a:pt x="282436" y="60943"/>
                </a:lnTo>
                <a:close/>
              </a:path>
              <a:path w="1073150" h="373379">
                <a:moveTo>
                  <a:pt x="680436" y="173424"/>
                </a:moveTo>
                <a:lnTo>
                  <a:pt x="628899" y="173424"/>
                </a:lnTo>
                <a:lnTo>
                  <a:pt x="628899" y="373025"/>
                </a:lnTo>
                <a:lnTo>
                  <a:pt x="680436" y="373025"/>
                </a:lnTo>
                <a:lnTo>
                  <a:pt x="680436" y="173424"/>
                </a:lnTo>
                <a:close/>
              </a:path>
              <a:path w="1073150" h="373379">
                <a:moveTo>
                  <a:pt x="432161" y="28631"/>
                </a:moveTo>
                <a:lnTo>
                  <a:pt x="380216" y="28631"/>
                </a:lnTo>
                <a:lnTo>
                  <a:pt x="380216" y="284677"/>
                </a:lnTo>
                <a:lnTo>
                  <a:pt x="559775" y="284677"/>
                </a:lnTo>
                <a:lnTo>
                  <a:pt x="559775" y="242957"/>
                </a:lnTo>
                <a:lnTo>
                  <a:pt x="432161" y="242957"/>
                </a:lnTo>
                <a:lnTo>
                  <a:pt x="432161" y="159926"/>
                </a:lnTo>
                <a:lnTo>
                  <a:pt x="680436" y="159926"/>
                </a:lnTo>
                <a:lnTo>
                  <a:pt x="680436" y="131295"/>
                </a:lnTo>
                <a:lnTo>
                  <a:pt x="559775" y="131295"/>
                </a:lnTo>
                <a:lnTo>
                  <a:pt x="559775" y="119024"/>
                </a:lnTo>
                <a:lnTo>
                  <a:pt x="432161" y="119024"/>
                </a:lnTo>
                <a:lnTo>
                  <a:pt x="432161" y="28631"/>
                </a:lnTo>
                <a:close/>
              </a:path>
              <a:path w="1073150" h="373379">
                <a:moveTo>
                  <a:pt x="680436" y="159926"/>
                </a:moveTo>
                <a:lnTo>
                  <a:pt x="508648" y="159926"/>
                </a:lnTo>
                <a:lnTo>
                  <a:pt x="508648" y="242957"/>
                </a:lnTo>
                <a:lnTo>
                  <a:pt x="559775" y="242957"/>
                </a:lnTo>
                <a:lnTo>
                  <a:pt x="559775" y="173424"/>
                </a:lnTo>
                <a:lnTo>
                  <a:pt x="680436" y="173424"/>
                </a:lnTo>
                <a:lnTo>
                  <a:pt x="680436" y="159926"/>
                </a:lnTo>
                <a:close/>
              </a:path>
              <a:path w="1073150" h="373379">
                <a:moveTo>
                  <a:pt x="680436" y="0"/>
                </a:moveTo>
                <a:lnTo>
                  <a:pt x="628899" y="0"/>
                </a:lnTo>
                <a:lnTo>
                  <a:pt x="628899" y="131295"/>
                </a:lnTo>
                <a:lnTo>
                  <a:pt x="680436" y="131295"/>
                </a:lnTo>
                <a:lnTo>
                  <a:pt x="680436" y="0"/>
                </a:lnTo>
                <a:close/>
              </a:path>
              <a:path w="1073150" h="373379">
                <a:moveTo>
                  <a:pt x="559775" y="28631"/>
                </a:moveTo>
                <a:lnTo>
                  <a:pt x="508648" y="28631"/>
                </a:lnTo>
                <a:lnTo>
                  <a:pt x="508648" y="119024"/>
                </a:lnTo>
                <a:lnTo>
                  <a:pt x="559775" y="119024"/>
                </a:lnTo>
                <a:lnTo>
                  <a:pt x="559775" y="28631"/>
                </a:lnTo>
                <a:close/>
              </a:path>
              <a:path w="1073150" h="373379">
                <a:moveTo>
                  <a:pt x="862278" y="252773"/>
                </a:moveTo>
                <a:lnTo>
                  <a:pt x="808696" y="252773"/>
                </a:lnTo>
                <a:lnTo>
                  <a:pt x="808696" y="372207"/>
                </a:lnTo>
                <a:lnTo>
                  <a:pt x="862278" y="372207"/>
                </a:lnTo>
                <a:lnTo>
                  <a:pt x="862278" y="252773"/>
                </a:lnTo>
                <a:close/>
              </a:path>
              <a:path w="1073150" h="373379">
                <a:moveTo>
                  <a:pt x="996027" y="252773"/>
                </a:moveTo>
                <a:lnTo>
                  <a:pt x="943673" y="252773"/>
                </a:lnTo>
                <a:lnTo>
                  <a:pt x="943673" y="372207"/>
                </a:lnTo>
                <a:lnTo>
                  <a:pt x="996027" y="372207"/>
                </a:lnTo>
                <a:lnTo>
                  <a:pt x="996027" y="252773"/>
                </a:lnTo>
                <a:close/>
              </a:path>
              <a:path w="1073150" h="373379">
                <a:moveTo>
                  <a:pt x="1072923" y="210644"/>
                </a:moveTo>
                <a:lnTo>
                  <a:pt x="732210" y="210644"/>
                </a:lnTo>
                <a:lnTo>
                  <a:pt x="732210" y="252773"/>
                </a:lnTo>
                <a:lnTo>
                  <a:pt x="1072923" y="252773"/>
                </a:lnTo>
                <a:lnTo>
                  <a:pt x="1072923" y="210644"/>
                </a:lnTo>
                <a:close/>
              </a:path>
              <a:path w="1073150" h="373379">
                <a:moveTo>
                  <a:pt x="823830" y="13906"/>
                </a:moveTo>
                <a:lnTo>
                  <a:pt x="772294" y="13906"/>
                </a:lnTo>
                <a:lnTo>
                  <a:pt x="772294" y="175469"/>
                </a:lnTo>
                <a:lnTo>
                  <a:pt x="1032430" y="175469"/>
                </a:lnTo>
                <a:lnTo>
                  <a:pt x="1032430" y="134158"/>
                </a:lnTo>
                <a:lnTo>
                  <a:pt x="823830" y="134158"/>
                </a:lnTo>
                <a:lnTo>
                  <a:pt x="823830" y="96119"/>
                </a:lnTo>
                <a:lnTo>
                  <a:pt x="1032430" y="96119"/>
                </a:lnTo>
                <a:lnTo>
                  <a:pt x="1032430" y="55217"/>
                </a:lnTo>
                <a:lnTo>
                  <a:pt x="823830" y="55217"/>
                </a:lnTo>
                <a:lnTo>
                  <a:pt x="823830" y="13906"/>
                </a:lnTo>
                <a:close/>
              </a:path>
              <a:path w="1073150" h="373379">
                <a:moveTo>
                  <a:pt x="1032430" y="96119"/>
                </a:moveTo>
                <a:lnTo>
                  <a:pt x="980075" y="96119"/>
                </a:lnTo>
                <a:lnTo>
                  <a:pt x="980075" y="134158"/>
                </a:lnTo>
                <a:lnTo>
                  <a:pt x="1032430" y="134158"/>
                </a:lnTo>
                <a:lnTo>
                  <a:pt x="1032430" y="96119"/>
                </a:lnTo>
                <a:close/>
              </a:path>
              <a:path w="1073150" h="373379">
                <a:moveTo>
                  <a:pt x="1032430" y="13906"/>
                </a:moveTo>
                <a:lnTo>
                  <a:pt x="980075" y="13906"/>
                </a:lnTo>
                <a:lnTo>
                  <a:pt x="980075" y="55217"/>
                </a:lnTo>
                <a:lnTo>
                  <a:pt x="1032430" y="55217"/>
                </a:lnTo>
                <a:lnTo>
                  <a:pt x="1032430" y="13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2812" y="4811044"/>
            <a:ext cx="10743128" cy="4515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3556" y="6218724"/>
            <a:ext cx="7607458" cy="921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4095" y="2984202"/>
            <a:ext cx="8261528" cy="580087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58239" y="882028"/>
            <a:ext cx="2553335" cy="294005"/>
          </a:xfrm>
          <a:custGeom>
            <a:avLst/>
            <a:gdLst/>
            <a:ahLst/>
            <a:cxnLst/>
            <a:rect l="l" t="t" r="r" b="b"/>
            <a:pathLst>
              <a:path w="2553335" h="294005">
                <a:moveTo>
                  <a:pt x="255493" y="0"/>
                </a:moveTo>
                <a:lnTo>
                  <a:pt x="216503" y="0"/>
                </a:lnTo>
                <a:lnTo>
                  <a:pt x="216503" y="288460"/>
                </a:lnTo>
                <a:lnTo>
                  <a:pt x="255493" y="288460"/>
                </a:lnTo>
                <a:lnTo>
                  <a:pt x="255493" y="0"/>
                </a:lnTo>
                <a:close/>
              </a:path>
              <a:path w="2553335" h="294005">
                <a:moveTo>
                  <a:pt x="197167" y="5705"/>
                </a:moveTo>
                <a:lnTo>
                  <a:pt x="158811" y="5705"/>
                </a:lnTo>
                <a:lnTo>
                  <a:pt x="158811" y="104923"/>
                </a:lnTo>
                <a:lnTo>
                  <a:pt x="130916" y="104923"/>
                </a:lnTo>
                <a:lnTo>
                  <a:pt x="130916" y="141060"/>
                </a:lnTo>
                <a:lnTo>
                  <a:pt x="158811" y="141060"/>
                </a:lnTo>
                <a:lnTo>
                  <a:pt x="158811" y="274830"/>
                </a:lnTo>
                <a:lnTo>
                  <a:pt x="197167" y="274830"/>
                </a:lnTo>
                <a:lnTo>
                  <a:pt x="197167" y="5705"/>
                </a:lnTo>
                <a:close/>
              </a:path>
              <a:path w="2553335" h="294005">
                <a:moveTo>
                  <a:pt x="59911" y="65299"/>
                </a:moveTo>
                <a:lnTo>
                  <a:pt x="24091" y="65299"/>
                </a:lnTo>
                <a:lnTo>
                  <a:pt x="24091" y="189242"/>
                </a:lnTo>
                <a:lnTo>
                  <a:pt x="0" y="189242"/>
                </a:lnTo>
                <a:lnTo>
                  <a:pt x="4397" y="222224"/>
                </a:lnTo>
                <a:lnTo>
                  <a:pt x="4437" y="222526"/>
                </a:lnTo>
                <a:lnTo>
                  <a:pt x="35255" y="222224"/>
                </a:lnTo>
                <a:lnTo>
                  <a:pt x="71243" y="220822"/>
                </a:lnTo>
                <a:lnTo>
                  <a:pt x="109014" y="217578"/>
                </a:lnTo>
                <a:lnTo>
                  <a:pt x="145181" y="211749"/>
                </a:lnTo>
                <a:lnTo>
                  <a:pt x="142979" y="189242"/>
                </a:lnTo>
                <a:lnTo>
                  <a:pt x="142917" y="188608"/>
                </a:lnTo>
                <a:lnTo>
                  <a:pt x="59911" y="188608"/>
                </a:lnTo>
                <a:lnTo>
                  <a:pt x="59911" y="65299"/>
                </a:lnTo>
                <a:close/>
              </a:path>
              <a:path w="2553335" h="294005">
                <a:moveTo>
                  <a:pt x="119188" y="65299"/>
                </a:moveTo>
                <a:lnTo>
                  <a:pt x="82417" y="65299"/>
                </a:lnTo>
                <a:lnTo>
                  <a:pt x="82417" y="187657"/>
                </a:lnTo>
                <a:lnTo>
                  <a:pt x="59911" y="188608"/>
                </a:lnTo>
                <a:lnTo>
                  <a:pt x="142917" y="188608"/>
                </a:lnTo>
                <a:lnTo>
                  <a:pt x="142576" y="185121"/>
                </a:lnTo>
                <a:lnTo>
                  <a:pt x="119188" y="185121"/>
                </a:lnTo>
                <a:lnTo>
                  <a:pt x="119188" y="65299"/>
                </a:lnTo>
                <a:close/>
              </a:path>
              <a:path w="2553335" h="294005">
                <a:moveTo>
                  <a:pt x="142328" y="182586"/>
                </a:moveTo>
                <a:lnTo>
                  <a:pt x="135037" y="183695"/>
                </a:lnTo>
                <a:lnTo>
                  <a:pt x="127271" y="184487"/>
                </a:lnTo>
                <a:lnTo>
                  <a:pt x="119188" y="185121"/>
                </a:lnTo>
                <a:lnTo>
                  <a:pt x="142576" y="185121"/>
                </a:lnTo>
                <a:lnTo>
                  <a:pt x="142514" y="184487"/>
                </a:lnTo>
                <a:lnTo>
                  <a:pt x="142436" y="183695"/>
                </a:lnTo>
                <a:lnTo>
                  <a:pt x="142328" y="182586"/>
                </a:lnTo>
                <a:close/>
              </a:path>
              <a:path w="2553335" h="294005">
                <a:moveTo>
                  <a:pt x="137573" y="32649"/>
                </a:moveTo>
                <a:lnTo>
                  <a:pt x="5388" y="32649"/>
                </a:lnTo>
                <a:lnTo>
                  <a:pt x="5388" y="65299"/>
                </a:lnTo>
                <a:lnTo>
                  <a:pt x="137573" y="65299"/>
                </a:lnTo>
                <a:lnTo>
                  <a:pt x="137573" y="32649"/>
                </a:lnTo>
                <a:close/>
              </a:path>
              <a:path w="2553335" h="294005">
                <a:moveTo>
                  <a:pt x="380039" y="186706"/>
                </a:moveTo>
                <a:lnTo>
                  <a:pt x="339148" y="186706"/>
                </a:lnTo>
                <a:lnTo>
                  <a:pt x="339148" y="283388"/>
                </a:lnTo>
                <a:lnTo>
                  <a:pt x="540119" y="283388"/>
                </a:lnTo>
                <a:lnTo>
                  <a:pt x="540119" y="251055"/>
                </a:lnTo>
                <a:lnTo>
                  <a:pt x="380039" y="251055"/>
                </a:lnTo>
                <a:lnTo>
                  <a:pt x="380039" y="186706"/>
                </a:lnTo>
                <a:close/>
              </a:path>
              <a:path w="2553335" h="294005">
                <a:moveTo>
                  <a:pt x="532511" y="316"/>
                </a:moveTo>
                <a:lnTo>
                  <a:pt x="491937" y="316"/>
                </a:lnTo>
                <a:lnTo>
                  <a:pt x="491937" y="207628"/>
                </a:lnTo>
                <a:lnTo>
                  <a:pt x="532511" y="207628"/>
                </a:lnTo>
                <a:lnTo>
                  <a:pt x="532511" y="316"/>
                </a:lnTo>
                <a:close/>
              </a:path>
              <a:path w="2553335" h="294005">
                <a:moveTo>
                  <a:pt x="374333" y="18702"/>
                </a:moveTo>
                <a:lnTo>
                  <a:pt x="343278" y="24115"/>
                </a:lnTo>
                <a:lnTo>
                  <a:pt x="318226" y="39187"/>
                </a:lnTo>
                <a:lnTo>
                  <a:pt x="301495" y="62164"/>
                </a:lnTo>
                <a:lnTo>
                  <a:pt x="295403" y="91293"/>
                </a:lnTo>
                <a:lnTo>
                  <a:pt x="301495" y="120921"/>
                </a:lnTo>
                <a:lnTo>
                  <a:pt x="318226" y="144071"/>
                </a:lnTo>
                <a:lnTo>
                  <a:pt x="343278" y="159138"/>
                </a:lnTo>
                <a:lnTo>
                  <a:pt x="374333" y="164517"/>
                </a:lnTo>
                <a:lnTo>
                  <a:pt x="405388" y="159138"/>
                </a:lnTo>
                <a:lnTo>
                  <a:pt x="430441" y="144071"/>
                </a:lnTo>
                <a:lnTo>
                  <a:pt x="441093" y="129331"/>
                </a:lnTo>
                <a:lnTo>
                  <a:pt x="374333" y="129331"/>
                </a:lnTo>
                <a:lnTo>
                  <a:pt x="358652" y="126776"/>
                </a:lnTo>
                <a:lnTo>
                  <a:pt x="346121" y="119346"/>
                </a:lnTo>
                <a:lnTo>
                  <a:pt x="337870" y="107400"/>
                </a:lnTo>
                <a:lnTo>
                  <a:pt x="335027" y="91293"/>
                </a:lnTo>
                <a:lnTo>
                  <a:pt x="337870" y="75507"/>
                </a:lnTo>
                <a:lnTo>
                  <a:pt x="346121" y="63675"/>
                </a:lnTo>
                <a:lnTo>
                  <a:pt x="358652" y="56300"/>
                </a:lnTo>
                <a:lnTo>
                  <a:pt x="374333" y="53888"/>
                </a:lnTo>
                <a:lnTo>
                  <a:pt x="441145" y="53888"/>
                </a:lnTo>
                <a:lnTo>
                  <a:pt x="430441" y="39187"/>
                </a:lnTo>
                <a:lnTo>
                  <a:pt x="405388" y="24115"/>
                </a:lnTo>
                <a:lnTo>
                  <a:pt x="374333" y="18702"/>
                </a:lnTo>
                <a:close/>
              </a:path>
              <a:path w="2553335" h="294005">
                <a:moveTo>
                  <a:pt x="441145" y="53888"/>
                </a:moveTo>
                <a:lnTo>
                  <a:pt x="374333" y="53888"/>
                </a:lnTo>
                <a:lnTo>
                  <a:pt x="389653" y="56300"/>
                </a:lnTo>
                <a:lnTo>
                  <a:pt x="402030" y="63675"/>
                </a:lnTo>
                <a:lnTo>
                  <a:pt x="410307" y="75507"/>
                </a:lnTo>
                <a:lnTo>
                  <a:pt x="413323" y="91293"/>
                </a:lnTo>
                <a:lnTo>
                  <a:pt x="410307" y="107400"/>
                </a:lnTo>
                <a:lnTo>
                  <a:pt x="402030" y="119346"/>
                </a:lnTo>
                <a:lnTo>
                  <a:pt x="389653" y="126776"/>
                </a:lnTo>
                <a:lnTo>
                  <a:pt x="374333" y="129331"/>
                </a:lnTo>
                <a:lnTo>
                  <a:pt x="441093" y="129331"/>
                </a:lnTo>
                <a:lnTo>
                  <a:pt x="447172" y="120921"/>
                </a:lnTo>
                <a:lnTo>
                  <a:pt x="453264" y="91293"/>
                </a:lnTo>
                <a:lnTo>
                  <a:pt x="447172" y="62164"/>
                </a:lnTo>
                <a:lnTo>
                  <a:pt x="441145" y="53888"/>
                </a:lnTo>
                <a:close/>
              </a:path>
              <a:path w="2553335" h="294005">
                <a:moveTo>
                  <a:pt x="842813" y="222526"/>
                </a:moveTo>
                <a:lnTo>
                  <a:pt x="578761" y="222526"/>
                </a:lnTo>
                <a:lnTo>
                  <a:pt x="578761" y="256444"/>
                </a:lnTo>
                <a:lnTo>
                  <a:pt x="842813" y="256444"/>
                </a:lnTo>
                <a:lnTo>
                  <a:pt x="842813" y="222526"/>
                </a:lnTo>
                <a:close/>
              </a:path>
              <a:path w="2553335" h="294005">
                <a:moveTo>
                  <a:pt x="729965" y="170540"/>
                </a:moveTo>
                <a:lnTo>
                  <a:pt x="689707" y="170540"/>
                </a:lnTo>
                <a:lnTo>
                  <a:pt x="689707" y="222526"/>
                </a:lnTo>
                <a:lnTo>
                  <a:pt x="729965" y="222526"/>
                </a:lnTo>
                <a:lnTo>
                  <a:pt x="729965" y="170540"/>
                </a:lnTo>
                <a:close/>
              </a:path>
              <a:path w="2553335" h="294005">
                <a:moveTo>
                  <a:pt x="819356" y="138841"/>
                </a:moveTo>
                <a:lnTo>
                  <a:pt x="600633" y="138841"/>
                </a:lnTo>
                <a:lnTo>
                  <a:pt x="600633" y="170540"/>
                </a:lnTo>
                <a:lnTo>
                  <a:pt x="819356" y="170540"/>
                </a:lnTo>
                <a:lnTo>
                  <a:pt x="819356" y="138841"/>
                </a:lnTo>
                <a:close/>
              </a:path>
              <a:path w="2553335" h="294005">
                <a:moveTo>
                  <a:pt x="679880" y="56424"/>
                </a:moveTo>
                <a:lnTo>
                  <a:pt x="639306" y="56424"/>
                </a:lnTo>
                <a:lnTo>
                  <a:pt x="639306" y="138841"/>
                </a:lnTo>
                <a:lnTo>
                  <a:pt x="679880" y="138841"/>
                </a:lnTo>
                <a:lnTo>
                  <a:pt x="679880" y="56424"/>
                </a:lnTo>
                <a:close/>
              </a:path>
              <a:path w="2553335" h="294005">
                <a:moveTo>
                  <a:pt x="780049" y="56424"/>
                </a:moveTo>
                <a:lnTo>
                  <a:pt x="740109" y="56424"/>
                </a:lnTo>
                <a:lnTo>
                  <a:pt x="740109" y="138841"/>
                </a:lnTo>
                <a:lnTo>
                  <a:pt x="780049" y="138841"/>
                </a:lnTo>
                <a:lnTo>
                  <a:pt x="780049" y="56424"/>
                </a:lnTo>
                <a:close/>
              </a:path>
              <a:path w="2553335" h="294005">
                <a:moveTo>
                  <a:pt x="820624" y="24091"/>
                </a:moveTo>
                <a:lnTo>
                  <a:pt x="599365" y="24091"/>
                </a:lnTo>
                <a:lnTo>
                  <a:pt x="599365" y="56424"/>
                </a:lnTo>
                <a:lnTo>
                  <a:pt x="820624" y="56424"/>
                </a:lnTo>
                <a:lnTo>
                  <a:pt x="820624" y="24091"/>
                </a:lnTo>
                <a:close/>
              </a:path>
              <a:path w="2553335" h="294005">
                <a:moveTo>
                  <a:pt x="955631" y="186706"/>
                </a:moveTo>
                <a:lnTo>
                  <a:pt x="914739" y="186706"/>
                </a:lnTo>
                <a:lnTo>
                  <a:pt x="914739" y="283388"/>
                </a:lnTo>
                <a:lnTo>
                  <a:pt x="1115710" y="283388"/>
                </a:lnTo>
                <a:lnTo>
                  <a:pt x="1115710" y="251055"/>
                </a:lnTo>
                <a:lnTo>
                  <a:pt x="955631" y="251055"/>
                </a:lnTo>
                <a:lnTo>
                  <a:pt x="955631" y="186706"/>
                </a:lnTo>
                <a:close/>
              </a:path>
              <a:path w="2553335" h="294005">
                <a:moveTo>
                  <a:pt x="1108103" y="316"/>
                </a:moveTo>
                <a:lnTo>
                  <a:pt x="1067528" y="316"/>
                </a:lnTo>
                <a:lnTo>
                  <a:pt x="1067528" y="207628"/>
                </a:lnTo>
                <a:lnTo>
                  <a:pt x="1108103" y="207628"/>
                </a:lnTo>
                <a:lnTo>
                  <a:pt x="1108103" y="316"/>
                </a:lnTo>
                <a:close/>
              </a:path>
              <a:path w="2553335" h="294005">
                <a:moveTo>
                  <a:pt x="949925" y="18702"/>
                </a:moveTo>
                <a:lnTo>
                  <a:pt x="918870" y="24115"/>
                </a:lnTo>
                <a:lnTo>
                  <a:pt x="893818" y="39187"/>
                </a:lnTo>
                <a:lnTo>
                  <a:pt x="877086" y="62164"/>
                </a:lnTo>
                <a:lnTo>
                  <a:pt x="870994" y="91293"/>
                </a:lnTo>
                <a:lnTo>
                  <a:pt x="877086" y="120921"/>
                </a:lnTo>
                <a:lnTo>
                  <a:pt x="893818" y="144071"/>
                </a:lnTo>
                <a:lnTo>
                  <a:pt x="918870" y="159138"/>
                </a:lnTo>
                <a:lnTo>
                  <a:pt x="949925" y="164517"/>
                </a:lnTo>
                <a:lnTo>
                  <a:pt x="980980" y="159138"/>
                </a:lnTo>
                <a:lnTo>
                  <a:pt x="1006032" y="144071"/>
                </a:lnTo>
                <a:lnTo>
                  <a:pt x="1016685" y="129331"/>
                </a:lnTo>
                <a:lnTo>
                  <a:pt x="949925" y="129331"/>
                </a:lnTo>
                <a:lnTo>
                  <a:pt x="934244" y="126776"/>
                </a:lnTo>
                <a:lnTo>
                  <a:pt x="921713" y="119346"/>
                </a:lnTo>
                <a:lnTo>
                  <a:pt x="913461" y="107400"/>
                </a:lnTo>
                <a:lnTo>
                  <a:pt x="910618" y="91293"/>
                </a:lnTo>
                <a:lnTo>
                  <a:pt x="913461" y="75507"/>
                </a:lnTo>
                <a:lnTo>
                  <a:pt x="921713" y="63675"/>
                </a:lnTo>
                <a:lnTo>
                  <a:pt x="934244" y="56300"/>
                </a:lnTo>
                <a:lnTo>
                  <a:pt x="949925" y="53888"/>
                </a:lnTo>
                <a:lnTo>
                  <a:pt x="1016736" y="53888"/>
                </a:lnTo>
                <a:lnTo>
                  <a:pt x="1006032" y="39187"/>
                </a:lnTo>
                <a:lnTo>
                  <a:pt x="980980" y="24115"/>
                </a:lnTo>
                <a:lnTo>
                  <a:pt x="949925" y="18702"/>
                </a:lnTo>
                <a:close/>
              </a:path>
              <a:path w="2553335" h="294005">
                <a:moveTo>
                  <a:pt x="1016736" y="53888"/>
                </a:moveTo>
                <a:lnTo>
                  <a:pt x="949925" y="53888"/>
                </a:lnTo>
                <a:lnTo>
                  <a:pt x="965244" y="56300"/>
                </a:lnTo>
                <a:lnTo>
                  <a:pt x="977622" y="63675"/>
                </a:lnTo>
                <a:lnTo>
                  <a:pt x="985898" y="75507"/>
                </a:lnTo>
                <a:lnTo>
                  <a:pt x="988915" y="91293"/>
                </a:lnTo>
                <a:lnTo>
                  <a:pt x="985898" y="107400"/>
                </a:lnTo>
                <a:lnTo>
                  <a:pt x="977622" y="119346"/>
                </a:lnTo>
                <a:lnTo>
                  <a:pt x="965244" y="126776"/>
                </a:lnTo>
                <a:lnTo>
                  <a:pt x="949925" y="129331"/>
                </a:lnTo>
                <a:lnTo>
                  <a:pt x="1016685" y="129331"/>
                </a:lnTo>
                <a:lnTo>
                  <a:pt x="1022763" y="120921"/>
                </a:lnTo>
                <a:lnTo>
                  <a:pt x="1028855" y="91293"/>
                </a:lnTo>
                <a:lnTo>
                  <a:pt x="1022763" y="62164"/>
                </a:lnTo>
                <a:lnTo>
                  <a:pt x="1016736" y="53888"/>
                </a:lnTo>
                <a:close/>
              </a:path>
              <a:path w="2553335" h="294005">
                <a:moveTo>
                  <a:pt x="1387340" y="21238"/>
                </a:moveTo>
                <a:lnTo>
                  <a:pt x="1185417" y="21238"/>
                </a:lnTo>
                <a:lnTo>
                  <a:pt x="1185417" y="181001"/>
                </a:lnTo>
                <a:lnTo>
                  <a:pt x="1389558" y="181001"/>
                </a:lnTo>
                <a:lnTo>
                  <a:pt x="1389558" y="148985"/>
                </a:lnTo>
                <a:lnTo>
                  <a:pt x="1226626" y="148985"/>
                </a:lnTo>
                <a:lnTo>
                  <a:pt x="1226626" y="116018"/>
                </a:lnTo>
                <a:lnTo>
                  <a:pt x="1380683" y="116018"/>
                </a:lnTo>
                <a:lnTo>
                  <a:pt x="1380683" y="84319"/>
                </a:lnTo>
                <a:lnTo>
                  <a:pt x="1226626" y="84319"/>
                </a:lnTo>
                <a:lnTo>
                  <a:pt x="1226626" y="53888"/>
                </a:lnTo>
                <a:lnTo>
                  <a:pt x="1387340" y="53888"/>
                </a:lnTo>
                <a:lnTo>
                  <a:pt x="1387340" y="21238"/>
                </a:lnTo>
                <a:close/>
              </a:path>
              <a:path w="2553335" h="294005">
                <a:moveTo>
                  <a:pt x="1418405" y="221892"/>
                </a:moveTo>
                <a:lnTo>
                  <a:pt x="1154352" y="221892"/>
                </a:lnTo>
                <a:lnTo>
                  <a:pt x="1154352" y="254859"/>
                </a:lnTo>
                <a:lnTo>
                  <a:pt x="1418405" y="254859"/>
                </a:lnTo>
                <a:lnTo>
                  <a:pt x="1418405" y="221892"/>
                </a:lnTo>
                <a:close/>
              </a:path>
              <a:path w="2553335" h="294005">
                <a:moveTo>
                  <a:pt x="1633262" y="19019"/>
                </a:moveTo>
                <a:lnTo>
                  <a:pt x="1592687" y="19019"/>
                </a:lnTo>
                <a:lnTo>
                  <a:pt x="1518828" y="293849"/>
                </a:lnTo>
                <a:lnTo>
                  <a:pt x="1559086" y="293849"/>
                </a:lnTo>
                <a:lnTo>
                  <a:pt x="1633262" y="19019"/>
                </a:lnTo>
                <a:close/>
              </a:path>
              <a:path w="2553335" h="294005">
                <a:moveTo>
                  <a:pt x="1882037" y="23774"/>
                </a:moveTo>
                <a:lnTo>
                  <a:pt x="1745414" y="23774"/>
                </a:lnTo>
                <a:lnTo>
                  <a:pt x="1745414" y="222843"/>
                </a:lnTo>
                <a:lnTo>
                  <a:pt x="1769822" y="222843"/>
                </a:lnTo>
                <a:lnTo>
                  <a:pt x="1805791" y="222541"/>
                </a:lnTo>
                <a:lnTo>
                  <a:pt x="1839085" y="221377"/>
                </a:lnTo>
                <a:lnTo>
                  <a:pt x="1871190" y="218965"/>
                </a:lnTo>
                <a:lnTo>
                  <a:pt x="1903592" y="214919"/>
                </a:lnTo>
                <a:lnTo>
                  <a:pt x="1900748" y="190510"/>
                </a:lnTo>
                <a:lnTo>
                  <a:pt x="1786306" y="190510"/>
                </a:lnTo>
                <a:lnTo>
                  <a:pt x="1786306" y="135988"/>
                </a:lnTo>
                <a:lnTo>
                  <a:pt x="1877916" y="135988"/>
                </a:lnTo>
                <a:lnTo>
                  <a:pt x="1877916" y="104289"/>
                </a:lnTo>
                <a:lnTo>
                  <a:pt x="1786306" y="104289"/>
                </a:lnTo>
                <a:lnTo>
                  <a:pt x="1786306" y="56741"/>
                </a:lnTo>
                <a:lnTo>
                  <a:pt x="1882037" y="56741"/>
                </a:lnTo>
                <a:lnTo>
                  <a:pt x="1882037" y="23774"/>
                </a:lnTo>
                <a:close/>
              </a:path>
              <a:path w="2553335" h="294005">
                <a:moveTo>
                  <a:pt x="1899788" y="182269"/>
                </a:moveTo>
                <a:lnTo>
                  <a:pt x="1871626" y="186119"/>
                </a:lnTo>
                <a:lnTo>
                  <a:pt x="1844117" y="188589"/>
                </a:lnTo>
                <a:lnTo>
                  <a:pt x="1816073" y="189958"/>
                </a:lnTo>
                <a:lnTo>
                  <a:pt x="1786306" y="190510"/>
                </a:lnTo>
                <a:lnTo>
                  <a:pt x="1900748" y="190510"/>
                </a:lnTo>
                <a:lnTo>
                  <a:pt x="1899788" y="182269"/>
                </a:lnTo>
                <a:close/>
              </a:path>
              <a:path w="2553335" h="294005">
                <a:moveTo>
                  <a:pt x="1961601" y="0"/>
                </a:moveTo>
                <a:lnTo>
                  <a:pt x="1921026" y="0"/>
                </a:lnTo>
                <a:lnTo>
                  <a:pt x="1921026" y="288460"/>
                </a:lnTo>
                <a:lnTo>
                  <a:pt x="1961601" y="288460"/>
                </a:lnTo>
                <a:lnTo>
                  <a:pt x="1961601" y="143279"/>
                </a:lnTo>
                <a:lnTo>
                  <a:pt x="2004078" y="143279"/>
                </a:lnTo>
                <a:lnTo>
                  <a:pt x="2004078" y="109361"/>
                </a:lnTo>
                <a:lnTo>
                  <a:pt x="1961601" y="109361"/>
                </a:lnTo>
                <a:lnTo>
                  <a:pt x="1961601" y="0"/>
                </a:lnTo>
                <a:close/>
              </a:path>
              <a:path w="2553335" h="294005">
                <a:moveTo>
                  <a:pt x="2188535" y="173710"/>
                </a:moveTo>
                <a:lnTo>
                  <a:pt x="2147960" y="173710"/>
                </a:lnTo>
                <a:lnTo>
                  <a:pt x="2147960" y="182903"/>
                </a:lnTo>
                <a:lnTo>
                  <a:pt x="2142081" y="206325"/>
                </a:lnTo>
                <a:lnTo>
                  <a:pt x="2124463" y="227875"/>
                </a:lnTo>
                <a:lnTo>
                  <a:pt x="2095137" y="245087"/>
                </a:lnTo>
                <a:lnTo>
                  <a:pt x="2054131" y="255493"/>
                </a:lnTo>
                <a:lnTo>
                  <a:pt x="2069664" y="287509"/>
                </a:lnTo>
                <a:lnTo>
                  <a:pt x="2102096" y="279844"/>
                </a:lnTo>
                <a:lnTo>
                  <a:pt x="2129535" y="267677"/>
                </a:lnTo>
                <a:lnTo>
                  <a:pt x="2151685" y="251558"/>
                </a:lnTo>
                <a:lnTo>
                  <a:pt x="2168248" y="232036"/>
                </a:lnTo>
                <a:lnTo>
                  <a:pt x="2219428" y="232036"/>
                </a:lnTo>
                <a:lnTo>
                  <a:pt x="2212309" y="227875"/>
                </a:lnTo>
                <a:lnTo>
                  <a:pt x="2194508" y="206325"/>
                </a:lnTo>
                <a:lnTo>
                  <a:pt x="2188535" y="182903"/>
                </a:lnTo>
                <a:lnTo>
                  <a:pt x="2188535" y="173710"/>
                </a:lnTo>
                <a:close/>
              </a:path>
              <a:path w="2553335" h="294005">
                <a:moveTo>
                  <a:pt x="2219428" y="232036"/>
                </a:moveTo>
                <a:lnTo>
                  <a:pt x="2168248" y="232036"/>
                </a:lnTo>
                <a:lnTo>
                  <a:pt x="2184704" y="251558"/>
                </a:lnTo>
                <a:lnTo>
                  <a:pt x="2206940" y="267677"/>
                </a:lnTo>
                <a:lnTo>
                  <a:pt x="2234555" y="279844"/>
                </a:lnTo>
                <a:lnTo>
                  <a:pt x="2267148" y="287509"/>
                </a:lnTo>
                <a:lnTo>
                  <a:pt x="2282681" y="255493"/>
                </a:lnTo>
                <a:lnTo>
                  <a:pt x="2241759" y="245087"/>
                </a:lnTo>
                <a:lnTo>
                  <a:pt x="2219428" y="232036"/>
                </a:lnTo>
                <a:close/>
              </a:path>
              <a:path w="2553335" h="294005">
                <a:moveTo>
                  <a:pt x="2269684" y="316"/>
                </a:moveTo>
                <a:lnTo>
                  <a:pt x="2231328" y="316"/>
                </a:lnTo>
                <a:lnTo>
                  <a:pt x="2231328" y="187974"/>
                </a:lnTo>
                <a:lnTo>
                  <a:pt x="2269684" y="187974"/>
                </a:lnTo>
                <a:lnTo>
                  <a:pt x="2269684" y="316"/>
                </a:lnTo>
                <a:close/>
              </a:path>
              <a:path w="2553335" h="294005">
                <a:moveTo>
                  <a:pt x="2147643" y="24408"/>
                </a:moveTo>
                <a:lnTo>
                  <a:pt x="2035429" y="24408"/>
                </a:lnTo>
                <a:lnTo>
                  <a:pt x="2035429" y="56424"/>
                </a:lnTo>
                <a:lnTo>
                  <a:pt x="2106118" y="56424"/>
                </a:lnTo>
                <a:lnTo>
                  <a:pt x="2097787" y="85998"/>
                </a:lnTo>
                <a:lnTo>
                  <a:pt x="2081194" y="111619"/>
                </a:lnTo>
                <a:lnTo>
                  <a:pt x="2055746" y="133497"/>
                </a:lnTo>
                <a:lnTo>
                  <a:pt x="2020847" y="151838"/>
                </a:lnTo>
                <a:lnTo>
                  <a:pt x="2041452" y="181635"/>
                </a:lnTo>
                <a:lnTo>
                  <a:pt x="2069079" y="167301"/>
                </a:lnTo>
                <a:lnTo>
                  <a:pt x="2092368" y="150887"/>
                </a:lnTo>
                <a:lnTo>
                  <a:pt x="2111437" y="132333"/>
                </a:lnTo>
                <a:lnTo>
                  <a:pt x="2126376" y="111619"/>
                </a:lnTo>
                <a:lnTo>
                  <a:pt x="2209773" y="111619"/>
                </a:lnTo>
                <a:lnTo>
                  <a:pt x="2209773" y="79247"/>
                </a:lnTo>
                <a:lnTo>
                  <a:pt x="2140352" y="79247"/>
                </a:lnTo>
                <a:lnTo>
                  <a:pt x="2143564" y="66444"/>
                </a:lnTo>
                <a:lnTo>
                  <a:pt x="2145840" y="53016"/>
                </a:lnTo>
                <a:lnTo>
                  <a:pt x="2147195" y="38994"/>
                </a:lnTo>
                <a:lnTo>
                  <a:pt x="2147643" y="24408"/>
                </a:lnTo>
                <a:close/>
              </a:path>
              <a:path w="2553335" h="294005">
                <a:moveTo>
                  <a:pt x="2209773" y="111619"/>
                </a:moveTo>
                <a:lnTo>
                  <a:pt x="2171734" y="111619"/>
                </a:lnTo>
                <a:lnTo>
                  <a:pt x="2171734" y="163566"/>
                </a:lnTo>
                <a:lnTo>
                  <a:pt x="2209773" y="163566"/>
                </a:lnTo>
                <a:lnTo>
                  <a:pt x="2209773" y="111619"/>
                </a:lnTo>
                <a:close/>
              </a:path>
              <a:path w="2553335" h="294005">
                <a:moveTo>
                  <a:pt x="2209773" y="5705"/>
                </a:moveTo>
                <a:lnTo>
                  <a:pt x="2171734" y="5705"/>
                </a:lnTo>
                <a:lnTo>
                  <a:pt x="2171734" y="79247"/>
                </a:lnTo>
                <a:lnTo>
                  <a:pt x="2209773" y="79247"/>
                </a:lnTo>
                <a:lnTo>
                  <a:pt x="2209773" y="5705"/>
                </a:lnTo>
                <a:close/>
              </a:path>
              <a:path w="2553335" h="294005">
                <a:moveTo>
                  <a:pt x="2465236" y="19970"/>
                </a:moveTo>
                <a:lnTo>
                  <a:pt x="2325443" y="19970"/>
                </a:lnTo>
                <a:lnTo>
                  <a:pt x="2325443" y="161664"/>
                </a:lnTo>
                <a:lnTo>
                  <a:pt x="2389690" y="161664"/>
                </a:lnTo>
                <a:lnTo>
                  <a:pt x="2427633" y="160634"/>
                </a:lnTo>
                <a:lnTo>
                  <a:pt x="2459159" y="158366"/>
                </a:lnTo>
                <a:lnTo>
                  <a:pt x="2489644" y="154373"/>
                </a:lnTo>
                <a:lnTo>
                  <a:pt x="2486389" y="129331"/>
                </a:lnTo>
                <a:lnTo>
                  <a:pt x="2366018" y="129331"/>
                </a:lnTo>
                <a:lnTo>
                  <a:pt x="2366018" y="106191"/>
                </a:lnTo>
                <a:lnTo>
                  <a:pt x="2456677" y="106191"/>
                </a:lnTo>
                <a:lnTo>
                  <a:pt x="2456677" y="74809"/>
                </a:lnTo>
                <a:lnTo>
                  <a:pt x="2366018" y="74809"/>
                </a:lnTo>
                <a:lnTo>
                  <a:pt x="2366018" y="52303"/>
                </a:lnTo>
                <a:lnTo>
                  <a:pt x="2465236" y="52303"/>
                </a:lnTo>
                <a:lnTo>
                  <a:pt x="2465236" y="19970"/>
                </a:lnTo>
                <a:close/>
              </a:path>
              <a:path w="2553335" h="294005">
                <a:moveTo>
                  <a:pt x="2485523" y="122675"/>
                </a:moveTo>
                <a:lnTo>
                  <a:pt x="2458537" y="126255"/>
                </a:lnTo>
                <a:lnTo>
                  <a:pt x="2431060" y="128261"/>
                </a:lnTo>
                <a:lnTo>
                  <a:pt x="2400939" y="129138"/>
                </a:lnTo>
                <a:lnTo>
                  <a:pt x="2366018" y="129331"/>
                </a:lnTo>
                <a:lnTo>
                  <a:pt x="2486389" y="129331"/>
                </a:lnTo>
                <a:lnTo>
                  <a:pt x="2485523" y="122675"/>
                </a:lnTo>
                <a:close/>
              </a:path>
              <a:path w="2553335" h="294005">
                <a:moveTo>
                  <a:pt x="2551140" y="316"/>
                </a:moveTo>
                <a:lnTo>
                  <a:pt x="2510565" y="316"/>
                </a:lnTo>
                <a:lnTo>
                  <a:pt x="2510565" y="174978"/>
                </a:lnTo>
                <a:lnTo>
                  <a:pt x="2551140" y="174978"/>
                </a:lnTo>
                <a:lnTo>
                  <a:pt x="2551140" y="316"/>
                </a:lnTo>
                <a:close/>
              </a:path>
              <a:path w="2553335" h="294005">
                <a:moveTo>
                  <a:pt x="2452873" y="178782"/>
                </a:moveTo>
                <a:lnTo>
                  <a:pt x="2411293" y="182491"/>
                </a:lnTo>
                <a:lnTo>
                  <a:pt x="2380085" y="193244"/>
                </a:lnTo>
                <a:lnTo>
                  <a:pt x="2360466" y="210476"/>
                </a:lnTo>
                <a:lnTo>
                  <a:pt x="2353655" y="233621"/>
                </a:lnTo>
                <a:lnTo>
                  <a:pt x="2360466" y="256900"/>
                </a:lnTo>
                <a:lnTo>
                  <a:pt x="2380085" y="274116"/>
                </a:lnTo>
                <a:lnTo>
                  <a:pt x="2411293" y="284795"/>
                </a:lnTo>
                <a:lnTo>
                  <a:pt x="2452873" y="288460"/>
                </a:lnTo>
                <a:lnTo>
                  <a:pt x="2494107" y="284795"/>
                </a:lnTo>
                <a:lnTo>
                  <a:pt x="2525504" y="274116"/>
                </a:lnTo>
                <a:lnTo>
                  <a:pt x="2544602" y="257712"/>
                </a:lnTo>
                <a:lnTo>
                  <a:pt x="2452873" y="257712"/>
                </a:lnTo>
                <a:lnTo>
                  <a:pt x="2427346" y="256177"/>
                </a:lnTo>
                <a:lnTo>
                  <a:pt x="2408891" y="251610"/>
                </a:lnTo>
                <a:lnTo>
                  <a:pt x="2397687" y="244072"/>
                </a:lnTo>
                <a:lnTo>
                  <a:pt x="2393913" y="233621"/>
                </a:lnTo>
                <a:lnTo>
                  <a:pt x="2397687" y="223403"/>
                </a:lnTo>
                <a:lnTo>
                  <a:pt x="2408891" y="216068"/>
                </a:lnTo>
                <a:lnTo>
                  <a:pt x="2427346" y="211645"/>
                </a:lnTo>
                <a:lnTo>
                  <a:pt x="2452873" y="210164"/>
                </a:lnTo>
                <a:lnTo>
                  <a:pt x="2545185" y="210164"/>
                </a:lnTo>
                <a:lnTo>
                  <a:pt x="2525504" y="193244"/>
                </a:lnTo>
                <a:lnTo>
                  <a:pt x="2494107" y="182491"/>
                </a:lnTo>
                <a:lnTo>
                  <a:pt x="2452873" y="178782"/>
                </a:lnTo>
                <a:close/>
              </a:path>
              <a:path w="2553335" h="294005">
                <a:moveTo>
                  <a:pt x="2545185" y="210164"/>
                </a:moveTo>
                <a:lnTo>
                  <a:pt x="2452873" y="210164"/>
                </a:lnTo>
                <a:lnTo>
                  <a:pt x="2478317" y="211645"/>
                </a:lnTo>
                <a:lnTo>
                  <a:pt x="2496895" y="216068"/>
                </a:lnTo>
                <a:lnTo>
                  <a:pt x="2508282" y="223403"/>
                </a:lnTo>
                <a:lnTo>
                  <a:pt x="2512150" y="233621"/>
                </a:lnTo>
                <a:lnTo>
                  <a:pt x="2508282" y="244072"/>
                </a:lnTo>
                <a:lnTo>
                  <a:pt x="2496895" y="251610"/>
                </a:lnTo>
                <a:lnTo>
                  <a:pt x="2478317" y="256177"/>
                </a:lnTo>
                <a:lnTo>
                  <a:pt x="2452873" y="257712"/>
                </a:lnTo>
                <a:lnTo>
                  <a:pt x="2544602" y="257712"/>
                </a:lnTo>
                <a:lnTo>
                  <a:pt x="2545548" y="256900"/>
                </a:lnTo>
                <a:lnTo>
                  <a:pt x="2552725" y="233621"/>
                </a:lnTo>
                <a:lnTo>
                  <a:pt x="2545548" y="210476"/>
                </a:lnTo>
                <a:lnTo>
                  <a:pt x="2545185" y="210164"/>
                </a:lnTo>
                <a:close/>
              </a:path>
            </a:pathLst>
          </a:custGeom>
          <a:solidFill>
            <a:srgbClr val="2426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52850" y="1533514"/>
            <a:ext cx="4560570" cy="512445"/>
          </a:xfrm>
          <a:custGeom>
            <a:avLst/>
            <a:gdLst/>
            <a:ahLst/>
            <a:cxnLst/>
            <a:rect l="l" t="t" r="r" b="b"/>
            <a:pathLst>
              <a:path w="4560570" h="512444">
                <a:moveTo>
                  <a:pt x="413313" y="336418"/>
                </a:moveTo>
                <a:lnTo>
                  <a:pt x="12976" y="336418"/>
                </a:lnTo>
                <a:lnTo>
                  <a:pt x="12976" y="386400"/>
                </a:lnTo>
                <a:lnTo>
                  <a:pt x="413313" y="386400"/>
                </a:lnTo>
                <a:lnTo>
                  <a:pt x="413313" y="336418"/>
                </a:lnTo>
                <a:close/>
              </a:path>
              <a:path w="4560570" h="512444">
                <a:moveTo>
                  <a:pt x="242701" y="255677"/>
                </a:moveTo>
                <a:lnTo>
                  <a:pt x="181665" y="255677"/>
                </a:lnTo>
                <a:lnTo>
                  <a:pt x="181665" y="336418"/>
                </a:lnTo>
                <a:lnTo>
                  <a:pt x="242701" y="336418"/>
                </a:lnTo>
                <a:lnTo>
                  <a:pt x="242701" y="255677"/>
                </a:lnTo>
                <a:close/>
              </a:path>
              <a:path w="4560570" h="512444">
                <a:moveTo>
                  <a:pt x="116785" y="27874"/>
                </a:moveTo>
                <a:lnTo>
                  <a:pt x="55268" y="27874"/>
                </a:lnTo>
                <a:lnTo>
                  <a:pt x="55268" y="255677"/>
                </a:lnTo>
                <a:lnTo>
                  <a:pt x="368618" y="255677"/>
                </a:lnTo>
                <a:lnTo>
                  <a:pt x="368618" y="206656"/>
                </a:lnTo>
                <a:lnTo>
                  <a:pt x="116785" y="206656"/>
                </a:lnTo>
                <a:lnTo>
                  <a:pt x="116785" y="144659"/>
                </a:lnTo>
                <a:lnTo>
                  <a:pt x="368618" y="144659"/>
                </a:lnTo>
                <a:lnTo>
                  <a:pt x="368618" y="95638"/>
                </a:lnTo>
                <a:lnTo>
                  <a:pt x="116785" y="95638"/>
                </a:lnTo>
                <a:lnTo>
                  <a:pt x="116785" y="27874"/>
                </a:lnTo>
                <a:close/>
              </a:path>
              <a:path w="4560570" h="512444">
                <a:moveTo>
                  <a:pt x="368618" y="144659"/>
                </a:moveTo>
                <a:lnTo>
                  <a:pt x="307582" y="144659"/>
                </a:lnTo>
                <a:lnTo>
                  <a:pt x="307582" y="206656"/>
                </a:lnTo>
                <a:lnTo>
                  <a:pt x="368618" y="206656"/>
                </a:lnTo>
                <a:lnTo>
                  <a:pt x="368618" y="144659"/>
                </a:lnTo>
                <a:close/>
              </a:path>
              <a:path w="4560570" h="512444">
                <a:moveTo>
                  <a:pt x="368618" y="27874"/>
                </a:moveTo>
                <a:lnTo>
                  <a:pt x="307582" y="27874"/>
                </a:lnTo>
                <a:lnTo>
                  <a:pt x="307582" y="95638"/>
                </a:lnTo>
                <a:lnTo>
                  <a:pt x="368618" y="95638"/>
                </a:lnTo>
                <a:lnTo>
                  <a:pt x="368618" y="27874"/>
                </a:lnTo>
                <a:close/>
              </a:path>
              <a:path w="4560570" h="512444">
                <a:moveTo>
                  <a:pt x="826678" y="55268"/>
                </a:moveTo>
                <a:lnTo>
                  <a:pt x="462866" y="55268"/>
                </a:lnTo>
                <a:lnTo>
                  <a:pt x="462866" y="104289"/>
                </a:lnTo>
                <a:lnTo>
                  <a:pt x="826678" y="104289"/>
                </a:lnTo>
                <a:lnTo>
                  <a:pt x="826678" y="55268"/>
                </a:lnTo>
                <a:close/>
              </a:path>
              <a:path w="4560570" h="512444">
                <a:moveTo>
                  <a:pt x="674809" y="4325"/>
                </a:moveTo>
                <a:lnTo>
                  <a:pt x="614254" y="4325"/>
                </a:lnTo>
                <a:lnTo>
                  <a:pt x="614254" y="55268"/>
                </a:lnTo>
                <a:lnTo>
                  <a:pt x="674809" y="55268"/>
                </a:lnTo>
                <a:lnTo>
                  <a:pt x="674809" y="4325"/>
                </a:lnTo>
                <a:close/>
              </a:path>
              <a:path w="4560570" h="512444">
                <a:moveTo>
                  <a:pt x="845902" y="343627"/>
                </a:moveTo>
                <a:lnTo>
                  <a:pt x="445564" y="343627"/>
                </a:lnTo>
                <a:lnTo>
                  <a:pt x="445564" y="392647"/>
                </a:lnTo>
                <a:lnTo>
                  <a:pt x="845902" y="392647"/>
                </a:lnTo>
                <a:lnTo>
                  <a:pt x="845902" y="343627"/>
                </a:lnTo>
                <a:close/>
              </a:path>
              <a:path w="4560570" h="512444">
                <a:moveTo>
                  <a:pt x="644531" y="123513"/>
                </a:moveTo>
                <a:lnTo>
                  <a:pt x="582181" y="129092"/>
                </a:lnTo>
                <a:lnTo>
                  <a:pt x="535015" y="145801"/>
                </a:lnTo>
                <a:lnTo>
                  <a:pt x="505241" y="172511"/>
                </a:lnTo>
                <a:lnTo>
                  <a:pt x="495066" y="208098"/>
                </a:lnTo>
                <a:lnTo>
                  <a:pt x="503010" y="240786"/>
                </a:lnTo>
                <a:lnTo>
                  <a:pt x="526545" y="266310"/>
                </a:lnTo>
                <a:lnTo>
                  <a:pt x="564136" y="283995"/>
                </a:lnTo>
                <a:lnTo>
                  <a:pt x="614254" y="293164"/>
                </a:lnTo>
                <a:lnTo>
                  <a:pt x="614254" y="343627"/>
                </a:lnTo>
                <a:lnTo>
                  <a:pt x="674809" y="343627"/>
                </a:lnTo>
                <a:lnTo>
                  <a:pt x="674809" y="293164"/>
                </a:lnTo>
                <a:lnTo>
                  <a:pt x="724277" y="283995"/>
                </a:lnTo>
                <a:lnTo>
                  <a:pt x="761647" y="266310"/>
                </a:lnTo>
                <a:lnTo>
                  <a:pt x="780833" y="245585"/>
                </a:lnTo>
                <a:lnTo>
                  <a:pt x="644531" y="245585"/>
                </a:lnTo>
                <a:lnTo>
                  <a:pt x="607022" y="243377"/>
                </a:lnTo>
                <a:lnTo>
                  <a:pt x="579831" y="236574"/>
                </a:lnTo>
                <a:lnTo>
                  <a:pt x="563363" y="224904"/>
                </a:lnTo>
                <a:lnTo>
                  <a:pt x="558024" y="208098"/>
                </a:lnTo>
                <a:lnTo>
                  <a:pt x="563363" y="191773"/>
                </a:lnTo>
                <a:lnTo>
                  <a:pt x="579831" y="180223"/>
                </a:lnTo>
                <a:lnTo>
                  <a:pt x="607022" y="173360"/>
                </a:lnTo>
                <a:lnTo>
                  <a:pt x="644531" y="171092"/>
                </a:lnTo>
                <a:lnTo>
                  <a:pt x="781421" y="171092"/>
                </a:lnTo>
                <a:lnTo>
                  <a:pt x="753086" y="145801"/>
                </a:lnTo>
                <a:lnTo>
                  <a:pt x="706130" y="129092"/>
                </a:lnTo>
                <a:lnTo>
                  <a:pt x="644531" y="123513"/>
                </a:lnTo>
                <a:close/>
              </a:path>
              <a:path w="4560570" h="512444">
                <a:moveTo>
                  <a:pt x="781421" y="171092"/>
                </a:moveTo>
                <a:lnTo>
                  <a:pt x="644531" y="171092"/>
                </a:lnTo>
                <a:lnTo>
                  <a:pt x="681289" y="173360"/>
                </a:lnTo>
                <a:lnTo>
                  <a:pt x="708270" y="180223"/>
                </a:lnTo>
                <a:lnTo>
                  <a:pt x="724889" y="191773"/>
                </a:lnTo>
                <a:lnTo>
                  <a:pt x="730558" y="208098"/>
                </a:lnTo>
                <a:lnTo>
                  <a:pt x="724889" y="224904"/>
                </a:lnTo>
                <a:lnTo>
                  <a:pt x="708270" y="236574"/>
                </a:lnTo>
                <a:lnTo>
                  <a:pt x="681289" y="243377"/>
                </a:lnTo>
                <a:lnTo>
                  <a:pt x="644531" y="245585"/>
                </a:lnTo>
                <a:lnTo>
                  <a:pt x="780833" y="245585"/>
                </a:lnTo>
                <a:lnTo>
                  <a:pt x="785275" y="240786"/>
                </a:lnTo>
                <a:lnTo>
                  <a:pt x="793516" y="208098"/>
                </a:lnTo>
                <a:lnTo>
                  <a:pt x="783011" y="172511"/>
                </a:lnTo>
                <a:lnTo>
                  <a:pt x="781421" y="171092"/>
                </a:lnTo>
                <a:close/>
              </a:path>
              <a:path w="4560570" h="512444">
                <a:moveTo>
                  <a:pt x="1039633" y="92274"/>
                </a:moveTo>
                <a:lnTo>
                  <a:pt x="978117" y="92274"/>
                </a:lnTo>
                <a:lnTo>
                  <a:pt x="978117" y="119188"/>
                </a:lnTo>
                <a:lnTo>
                  <a:pt x="973499" y="163087"/>
                </a:lnTo>
                <a:lnTo>
                  <a:pt x="960208" y="206479"/>
                </a:lnTo>
                <a:lnTo>
                  <a:pt x="938219" y="246665"/>
                </a:lnTo>
                <a:lnTo>
                  <a:pt x="907511" y="280945"/>
                </a:lnTo>
                <a:lnTo>
                  <a:pt x="868060" y="306621"/>
                </a:lnTo>
                <a:lnTo>
                  <a:pt x="903624" y="355161"/>
                </a:lnTo>
                <a:lnTo>
                  <a:pt x="938839" y="332843"/>
                </a:lnTo>
                <a:lnTo>
                  <a:pt x="968355" y="302596"/>
                </a:lnTo>
                <a:lnTo>
                  <a:pt x="992058" y="265950"/>
                </a:lnTo>
                <a:lnTo>
                  <a:pt x="1009836" y="224438"/>
                </a:lnTo>
                <a:lnTo>
                  <a:pt x="1069751" y="224438"/>
                </a:lnTo>
                <a:lnTo>
                  <a:pt x="1056389" y="200751"/>
                </a:lnTo>
                <a:lnTo>
                  <a:pt x="1043674" y="160050"/>
                </a:lnTo>
                <a:lnTo>
                  <a:pt x="1039633" y="119188"/>
                </a:lnTo>
                <a:lnTo>
                  <a:pt x="1039633" y="92274"/>
                </a:lnTo>
                <a:close/>
              </a:path>
              <a:path w="4560570" h="512444">
                <a:moveTo>
                  <a:pt x="1069751" y="224438"/>
                </a:moveTo>
                <a:lnTo>
                  <a:pt x="1009836" y="224438"/>
                </a:lnTo>
                <a:lnTo>
                  <a:pt x="1027156" y="262195"/>
                </a:lnTo>
                <a:lnTo>
                  <a:pt x="1050176" y="295627"/>
                </a:lnTo>
                <a:lnTo>
                  <a:pt x="1078738" y="323381"/>
                </a:lnTo>
                <a:lnTo>
                  <a:pt x="1112684" y="344107"/>
                </a:lnTo>
                <a:lnTo>
                  <a:pt x="1146806" y="296047"/>
                </a:lnTo>
                <a:lnTo>
                  <a:pt x="1107932" y="271333"/>
                </a:lnTo>
                <a:lnTo>
                  <a:pt x="1077800" y="238706"/>
                </a:lnTo>
                <a:lnTo>
                  <a:pt x="1069751" y="224438"/>
                </a:lnTo>
                <a:close/>
              </a:path>
              <a:path w="4560570" h="512444">
                <a:moveTo>
                  <a:pt x="1127582" y="42292"/>
                </a:moveTo>
                <a:lnTo>
                  <a:pt x="885361" y="42292"/>
                </a:lnTo>
                <a:lnTo>
                  <a:pt x="885361" y="92274"/>
                </a:lnTo>
                <a:lnTo>
                  <a:pt x="1127582" y="92274"/>
                </a:lnTo>
                <a:lnTo>
                  <a:pt x="1127582" y="42292"/>
                </a:lnTo>
                <a:close/>
              </a:path>
              <a:path w="4560570" h="512444">
                <a:moveTo>
                  <a:pt x="1223221" y="0"/>
                </a:moveTo>
                <a:lnTo>
                  <a:pt x="1161705" y="0"/>
                </a:lnTo>
                <a:lnTo>
                  <a:pt x="1161705" y="437343"/>
                </a:lnTo>
                <a:lnTo>
                  <a:pt x="1223221" y="437343"/>
                </a:lnTo>
                <a:lnTo>
                  <a:pt x="1223221" y="218191"/>
                </a:lnTo>
                <a:lnTo>
                  <a:pt x="1287621" y="218191"/>
                </a:lnTo>
                <a:lnTo>
                  <a:pt x="1287621" y="166767"/>
                </a:lnTo>
                <a:lnTo>
                  <a:pt x="1223221" y="166767"/>
                </a:lnTo>
                <a:lnTo>
                  <a:pt x="1223221" y="0"/>
                </a:lnTo>
                <a:close/>
              </a:path>
              <a:path w="4560570" h="512444">
                <a:moveTo>
                  <a:pt x="1440983" y="25952"/>
                </a:moveTo>
                <a:lnTo>
                  <a:pt x="1393013" y="33844"/>
                </a:lnTo>
                <a:lnTo>
                  <a:pt x="1354956" y="55929"/>
                </a:lnTo>
                <a:lnTo>
                  <a:pt x="1329875" y="89819"/>
                </a:lnTo>
                <a:lnTo>
                  <a:pt x="1320833" y="133125"/>
                </a:lnTo>
                <a:lnTo>
                  <a:pt x="1327337" y="170060"/>
                </a:lnTo>
                <a:lnTo>
                  <a:pt x="1327415" y="170506"/>
                </a:lnTo>
                <a:lnTo>
                  <a:pt x="1345915" y="201310"/>
                </a:lnTo>
                <a:lnTo>
                  <a:pt x="1374461" y="224093"/>
                </a:lnTo>
                <a:lnTo>
                  <a:pt x="1411186" y="237415"/>
                </a:lnTo>
                <a:lnTo>
                  <a:pt x="1411186" y="298931"/>
                </a:lnTo>
                <a:lnTo>
                  <a:pt x="1305454" y="299892"/>
                </a:lnTo>
                <a:lnTo>
                  <a:pt x="1313566" y="349040"/>
                </a:lnTo>
                <a:lnTo>
                  <a:pt x="1313624" y="349394"/>
                </a:lnTo>
                <a:lnTo>
                  <a:pt x="1360954" y="349724"/>
                </a:lnTo>
                <a:lnTo>
                  <a:pt x="1412551" y="349040"/>
                </a:lnTo>
                <a:lnTo>
                  <a:pt x="1466916" y="346556"/>
                </a:lnTo>
                <a:lnTo>
                  <a:pt x="1522550" y="341489"/>
                </a:lnTo>
                <a:lnTo>
                  <a:pt x="1577953" y="333053"/>
                </a:lnTo>
                <a:lnTo>
                  <a:pt x="1574456" y="296528"/>
                </a:lnTo>
                <a:lnTo>
                  <a:pt x="1472222" y="296528"/>
                </a:lnTo>
                <a:lnTo>
                  <a:pt x="1472222" y="236934"/>
                </a:lnTo>
                <a:lnTo>
                  <a:pt x="1507842" y="223383"/>
                </a:lnTo>
                <a:lnTo>
                  <a:pt x="1535871" y="200619"/>
                </a:lnTo>
                <a:lnTo>
                  <a:pt x="1543244" y="188394"/>
                </a:lnTo>
                <a:lnTo>
                  <a:pt x="1440983" y="188394"/>
                </a:lnTo>
                <a:lnTo>
                  <a:pt x="1416930" y="184624"/>
                </a:lnTo>
                <a:lnTo>
                  <a:pt x="1397789" y="173735"/>
                </a:lnTo>
                <a:lnTo>
                  <a:pt x="1385226" y="156359"/>
                </a:lnTo>
                <a:lnTo>
                  <a:pt x="1380908" y="133125"/>
                </a:lnTo>
                <a:lnTo>
                  <a:pt x="1385226" y="109688"/>
                </a:lnTo>
                <a:lnTo>
                  <a:pt x="1397789" y="92334"/>
                </a:lnTo>
                <a:lnTo>
                  <a:pt x="1416930" y="81558"/>
                </a:lnTo>
                <a:lnTo>
                  <a:pt x="1440983" y="77856"/>
                </a:lnTo>
                <a:lnTo>
                  <a:pt x="1542613" y="77856"/>
                </a:lnTo>
                <a:lnTo>
                  <a:pt x="1526109" y="55929"/>
                </a:lnTo>
                <a:lnTo>
                  <a:pt x="1488074" y="33844"/>
                </a:lnTo>
                <a:lnTo>
                  <a:pt x="1440983" y="25952"/>
                </a:lnTo>
                <a:close/>
              </a:path>
              <a:path w="4560570" h="512444">
                <a:moveTo>
                  <a:pt x="1573628" y="287877"/>
                </a:moveTo>
                <a:lnTo>
                  <a:pt x="1548963" y="290851"/>
                </a:lnTo>
                <a:lnTo>
                  <a:pt x="1523736" y="293284"/>
                </a:lnTo>
                <a:lnTo>
                  <a:pt x="1498102" y="295176"/>
                </a:lnTo>
                <a:lnTo>
                  <a:pt x="1472222" y="296528"/>
                </a:lnTo>
                <a:lnTo>
                  <a:pt x="1574456" y="296528"/>
                </a:lnTo>
                <a:lnTo>
                  <a:pt x="1573628" y="287877"/>
                </a:lnTo>
                <a:close/>
              </a:path>
              <a:path w="4560570" h="512444">
                <a:moveTo>
                  <a:pt x="1542613" y="77856"/>
                </a:moveTo>
                <a:lnTo>
                  <a:pt x="1440983" y="77856"/>
                </a:lnTo>
                <a:lnTo>
                  <a:pt x="1464487" y="81558"/>
                </a:lnTo>
                <a:lnTo>
                  <a:pt x="1483395" y="92334"/>
                </a:lnTo>
                <a:lnTo>
                  <a:pt x="1495996" y="109688"/>
                </a:lnTo>
                <a:lnTo>
                  <a:pt x="1500577" y="133125"/>
                </a:lnTo>
                <a:lnTo>
                  <a:pt x="1495996" y="156359"/>
                </a:lnTo>
                <a:lnTo>
                  <a:pt x="1483395" y="173735"/>
                </a:lnTo>
                <a:lnTo>
                  <a:pt x="1464487" y="184624"/>
                </a:lnTo>
                <a:lnTo>
                  <a:pt x="1440983" y="188394"/>
                </a:lnTo>
                <a:lnTo>
                  <a:pt x="1543244" y="188394"/>
                </a:lnTo>
                <a:lnTo>
                  <a:pt x="1554302" y="170060"/>
                </a:lnTo>
                <a:lnTo>
                  <a:pt x="1561132" y="133125"/>
                </a:lnTo>
                <a:lnTo>
                  <a:pt x="1551618" y="89819"/>
                </a:lnTo>
                <a:lnTo>
                  <a:pt x="1542613" y="77856"/>
                </a:lnTo>
                <a:close/>
              </a:path>
              <a:path w="4560570" h="512444">
                <a:moveTo>
                  <a:pt x="1658213" y="0"/>
                </a:moveTo>
                <a:lnTo>
                  <a:pt x="1596696" y="0"/>
                </a:lnTo>
                <a:lnTo>
                  <a:pt x="1596696" y="437343"/>
                </a:lnTo>
                <a:lnTo>
                  <a:pt x="1658213" y="437343"/>
                </a:lnTo>
                <a:lnTo>
                  <a:pt x="1658213" y="222997"/>
                </a:lnTo>
                <a:lnTo>
                  <a:pt x="1717807" y="222997"/>
                </a:lnTo>
                <a:lnTo>
                  <a:pt x="1717807" y="171573"/>
                </a:lnTo>
                <a:lnTo>
                  <a:pt x="1658213" y="171573"/>
                </a:lnTo>
                <a:lnTo>
                  <a:pt x="1658213" y="0"/>
                </a:lnTo>
                <a:close/>
              </a:path>
              <a:path w="4560570" h="512444">
                <a:moveTo>
                  <a:pt x="1938022" y="19704"/>
                </a:moveTo>
                <a:lnTo>
                  <a:pt x="1876986" y="19704"/>
                </a:lnTo>
                <a:lnTo>
                  <a:pt x="1876986" y="210501"/>
                </a:lnTo>
                <a:lnTo>
                  <a:pt x="2088929" y="210501"/>
                </a:lnTo>
                <a:lnTo>
                  <a:pt x="2088929" y="162441"/>
                </a:lnTo>
                <a:lnTo>
                  <a:pt x="1938022" y="162441"/>
                </a:lnTo>
                <a:lnTo>
                  <a:pt x="1938022" y="117746"/>
                </a:lnTo>
                <a:lnTo>
                  <a:pt x="2088929" y="117746"/>
                </a:lnTo>
                <a:lnTo>
                  <a:pt x="2088929" y="71608"/>
                </a:lnTo>
                <a:lnTo>
                  <a:pt x="1938022" y="71608"/>
                </a:lnTo>
                <a:lnTo>
                  <a:pt x="1938022" y="19704"/>
                </a:lnTo>
                <a:close/>
              </a:path>
              <a:path w="4560570" h="512444">
                <a:moveTo>
                  <a:pt x="2088929" y="117746"/>
                </a:moveTo>
                <a:lnTo>
                  <a:pt x="2027413" y="117746"/>
                </a:lnTo>
                <a:lnTo>
                  <a:pt x="2027413" y="162441"/>
                </a:lnTo>
                <a:lnTo>
                  <a:pt x="2088929" y="162441"/>
                </a:lnTo>
                <a:lnTo>
                  <a:pt x="2088929" y="117746"/>
                </a:lnTo>
                <a:close/>
              </a:path>
              <a:path w="4560570" h="512444">
                <a:moveTo>
                  <a:pt x="2088929" y="19704"/>
                </a:moveTo>
                <a:lnTo>
                  <a:pt x="2027413" y="19704"/>
                </a:lnTo>
                <a:lnTo>
                  <a:pt x="2027413" y="71608"/>
                </a:lnTo>
                <a:lnTo>
                  <a:pt x="2088929" y="71608"/>
                </a:lnTo>
                <a:lnTo>
                  <a:pt x="2088929" y="19704"/>
                </a:lnTo>
                <a:close/>
              </a:path>
              <a:path w="4560570" h="512444">
                <a:moveTo>
                  <a:pt x="2211001" y="0"/>
                </a:moveTo>
                <a:lnTo>
                  <a:pt x="2149485" y="0"/>
                </a:lnTo>
                <a:lnTo>
                  <a:pt x="2149485" y="222516"/>
                </a:lnTo>
                <a:lnTo>
                  <a:pt x="2211001" y="222516"/>
                </a:lnTo>
                <a:lnTo>
                  <a:pt x="2211001" y="134567"/>
                </a:lnTo>
                <a:lnTo>
                  <a:pt x="2270115" y="134567"/>
                </a:lnTo>
                <a:lnTo>
                  <a:pt x="2270115" y="85065"/>
                </a:lnTo>
                <a:lnTo>
                  <a:pt x="2211001" y="85065"/>
                </a:lnTo>
                <a:lnTo>
                  <a:pt x="2211001" y="0"/>
                </a:lnTo>
                <a:close/>
              </a:path>
              <a:path w="4560570" h="512444">
                <a:moveTo>
                  <a:pt x="2211001" y="238856"/>
                </a:moveTo>
                <a:lnTo>
                  <a:pt x="1920720" y="238856"/>
                </a:lnTo>
                <a:lnTo>
                  <a:pt x="1920720" y="286435"/>
                </a:lnTo>
                <a:lnTo>
                  <a:pt x="2149965" y="286435"/>
                </a:lnTo>
                <a:lnTo>
                  <a:pt x="2149965" y="313830"/>
                </a:lnTo>
                <a:lnTo>
                  <a:pt x="1921682" y="313830"/>
                </a:lnTo>
                <a:lnTo>
                  <a:pt x="1921682" y="434459"/>
                </a:lnTo>
                <a:lnTo>
                  <a:pt x="2223497" y="434459"/>
                </a:lnTo>
                <a:lnTo>
                  <a:pt x="2223497" y="385919"/>
                </a:lnTo>
                <a:lnTo>
                  <a:pt x="1981756" y="385919"/>
                </a:lnTo>
                <a:lnTo>
                  <a:pt x="1981756" y="357564"/>
                </a:lnTo>
                <a:lnTo>
                  <a:pt x="2211001" y="357564"/>
                </a:lnTo>
                <a:lnTo>
                  <a:pt x="2211001" y="238856"/>
                </a:lnTo>
                <a:close/>
              </a:path>
              <a:path w="4560570" h="512444">
                <a:moveTo>
                  <a:pt x="2508542" y="22588"/>
                </a:moveTo>
                <a:lnTo>
                  <a:pt x="2311978" y="22588"/>
                </a:lnTo>
                <a:lnTo>
                  <a:pt x="2311978" y="207137"/>
                </a:lnTo>
                <a:lnTo>
                  <a:pt x="2348503" y="207137"/>
                </a:lnTo>
                <a:lnTo>
                  <a:pt x="2412182" y="206912"/>
                </a:lnTo>
                <a:lnTo>
                  <a:pt x="2464687" y="204974"/>
                </a:lnTo>
                <a:lnTo>
                  <a:pt x="2510164" y="200514"/>
                </a:lnTo>
                <a:lnTo>
                  <a:pt x="2552757" y="192719"/>
                </a:lnTo>
                <a:lnTo>
                  <a:pt x="2548402" y="159558"/>
                </a:lnTo>
                <a:lnTo>
                  <a:pt x="2373013" y="159558"/>
                </a:lnTo>
                <a:lnTo>
                  <a:pt x="2373013" y="71128"/>
                </a:lnTo>
                <a:lnTo>
                  <a:pt x="2508542" y="71128"/>
                </a:lnTo>
                <a:lnTo>
                  <a:pt x="2508542" y="22588"/>
                </a:lnTo>
                <a:close/>
              </a:path>
              <a:path w="4560570" h="512444">
                <a:moveTo>
                  <a:pt x="2546509" y="145140"/>
                </a:moveTo>
                <a:lnTo>
                  <a:pt x="2508418" y="151921"/>
                </a:lnTo>
                <a:lnTo>
                  <a:pt x="2469043" y="156314"/>
                </a:lnTo>
                <a:lnTo>
                  <a:pt x="2425027" y="158724"/>
                </a:lnTo>
                <a:lnTo>
                  <a:pt x="2373013" y="159558"/>
                </a:lnTo>
                <a:lnTo>
                  <a:pt x="2548402" y="159558"/>
                </a:lnTo>
                <a:lnTo>
                  <a:pt x="2546509" y="145140"/>
                </a:lnTo>
                <a:close/>
              </a:path>
              <a:path w="4560570" h="512444">
                <a:moveTo>
                  <a:pt x="2643590" y="0"/>
                </a:moveTo>
                <a:lnTo>
                  <a:pt x="2582073" y="0"/>
                </a:lnTo>
                <a:lnTo>
                  <a:pt x="2582073" y="217710"/>
                </a:lnTo>
                <a:lnTo>
                  <a:pt x="2643590" y="217710"/>
                </a:lnTo>
                <a:lnTo>
                  <a:pt x="2643590" y="132644"/>
                </a:lnTo>
                <a:lnTo>
                  <a:pt x="2702703" y="132644"/>
                </a:lnTo>
                <a:lnTo>
                  <a:pt x="2702703" y="82662"/>
                </a:lnTo>
                <a:lnTo>
                  <a:pt x="2643590" y="82662"/>
                </a:lnTo>
                <a:lnTo>
                  <a:pt x="2643590" y="0"/>
                </a:lnTo>
                <a:close/>
              </a:path>
              <a:path w="4560570" h="512444">
                <a:moveTo>
                  <a:pt x="2643590" y="235492"/>
                </a:moveTo>
                <a:lnTo>
                  <a:pt x="2353309" y="235492"/>
                </a:lnTo>
                <a:lnTo>
                  <a:pt x="2353309" y="284032"/>
                </a:lnTo>
                <a:lnTo>
                  <a:pt x="2582554" y="284032"/>
                </a:lnTo>
                <a:lnTo>
                  <a:pt x="2582554" y="309985"/>
                </a:lnTo>
                <a:lnTo>
                  <a:pt x="2354270" y="309985"/>
                </a:lnTo>
                <a:lnTo>
                  <a:pt x="2354270" y="432537"/>
                </a:lnTo>
                <a:lnTo>
                  <a:pt x="2656085" y="432537"/>
                </a:lnTo>
                <a:lnTo>
                  <a:pt x="2656085" y="383516"/>
                </a:lnTo>
                <a:lnTo>
                  <a:pt x="2414345" y="383516"/>
                </a:lnTo>
                <a:lnTo>
                  <a:pt x="2414345" y="356122"/>
                </a:lnTo>
                <a:lnTo>
                  <a:pt x="2643590" y="356122"/>
                </a:lnTo>
                <a:lnTo>
                  <a:pt x="2643590" y="235492"/>
                </a:lnTo>
                <a:close/>
              </a:path>
              <a:path w="4560570" h="512444">
                <a:moveTo>
                  <a:pt x="2890668" y="78337"/>
                </a:moveTo>
                <a:lnTo>
                  <a:pt x="2828670" y="78337"/>
                </a:lnTo>
                <a:lnTo>
                  <a:pt x="2821875" y="119646"/>
                </a:lnTo>
                <a:lnTo>
                  <a:pt x="2802418" y="158116"/>
                </a:lnTo>
                <a:lnTo>
                  <a:pt x="2769534" y="190459"/>
                </a:lnTo>
                <a:lnTo>
                  <a:pt x="2722458" y="213385"/>
                </a:lnTo>
                <a:lnTo>
                  <a:pt x="2753697" y="261925"/>
                </a:lnTo>
                <a:lnTo>
                  <a:pt x="2789982" y="245750"/>
                </a:lnTo>
                <a:lnTo>
                  <a:pt x="2819960" y="223718"/>
                </a:lnTo>
                <a:lnTo>
                  <a:pt x="2843719" y="196639"/>
                </a:lnTo>
                <a:lnTo>
                  <a:pt x="2861351" y="165325"/>
                </a:lnTo>
                <a:lnTo>
                  <a:pt x="2931774" y="165325"/>
                </a:lnTo>
                <a:lnTo>
                  <a:pt x="2915088" y="150096"/>
                </a:lnTo>
                <a:lnTo>
                  <a:pt x="2896806" y="115805"/>
                </a:lnTo>
                <a:lnTo>
                  <a:pt x="2890668" y="78337"/>
                </a:lnTo>
                <a:close/>
              </a:path>
              <a:path w="4560570" h="512444">
                <a:moveTo>
                  <a:pt x="2931774" y="165325"/>
                </a:moveTo>
                <a:lnTo>
                  <a:pt x="2861351" y="165325"/>
                </a:lnTo>
                <a:lnTo>
                  <a:pt x="2878439" y="191946"/>
                </a:lnTo>
                <a:lnTo>
                  <a:pt x="2900910" y="214826"/>
                </a:lnTo>
                <a:lnTo>
                  <a:pt x="2928834" y="233382"/>
                </a:lnTo>
                <a:lnTo>
                  <a:pt x="2962276" y="247027"/>
                </a:lnTo>
                <a:lnTo>
                  <a:pt x="2991593" y="198967"/>
                </a:lnTo>
                <a:lnTo>
                  <a:pt x="2946391" y="178665"/>
                </a:lnTo>
                <a:lnTo>
                  <a:pt x="2931774" y="165325"/>
                </a:lnTo>
                <a:close/>
              </a:path>
              <a:path w="4560570" h="512444">
                <a:moveTo>
                  <a:pt x="2977656" y="29316"/>
                </a:moveTo>
                <a:lnTo>
                  <a:pt x="2739279" y="29316"/>
                </a:lnTo>
                <a:lnTo>
                  <a:pt x="2739279" y="78337"/>
                </a:lnTo>
                <a:lnTo>
                  <a:pt x="2977656" y="78337"/>
                </a:lnTo>
                <a:lnTo>
                  <a:pt x="2977656" y="29316"/>
                </a:lnTo>
                <a:close/>
              </a:path>
              <a:path w="4560570" h="512444">
                <a:moveTo>
                  <a:pt x="3076178" y="0"/>
                </a:moveTo>
                <a:lnTo>
                  <a:pt x="3014662" y="0"/>
                </a:lnTo>
                <a:lnTo>
                  <a:pt x="3014662" y="259522"/>
                </a:lnTo>
                <a:lnTo>
                  <a:pt x="3076178" y="259522"/>
                </a:lnTo>
                <a:lnTo>
                  <a:pt x="3076178" y="151388"/>
                </a:lnTo>
                <a:lnTo>
                  <a:pt x="3135292" y="151388"/>
                </a:lnTo>
                <a:lnTo>
                  <a:pt x="3135292" y="101406"/>
                </a:lnTo>
                <a:lnTo>
                  <a:pt x="3076178" y="101406"/>
                </a:lnTo>
                <a:lnTo>
                  <a:pt x="3076178" y="0"/>
                </a:lnTo>
                <a:close/>
              </a:path>
              <a:path w="4560570" h="512444">
                <a:moveTo>
                  <a:pt x="2932960" y="268173"/>
                </a:moveTo>
                <a:lnTo>
                  <a:pt x="2870400" y="273610"/>
                </a:lnTo>
                <a:lnTo>
                  <a:pt x="2823204" y="290040"/>
                </a:lnTo>
                <a:lnTo>
                  <a:pt x="2793399" y="316563"/>
                </a:lnTo>
                <a:lnTo>
                  <a:pt x="2783014" y="352277"/>
                </a:lnTo>
                <a:lnTo>
                  <a:pt x="2793399" y="388074"/>
                </a:lnTo>
                <a:lnTo>
                  <a:pt x="2823204" y="414815"/>
                </a:lnTo>
                <a:lnTo>
                  <a:pt x="2870400" y="431553"/>
                </a:lnTo>
                <a:lnTo>
                  <a:pt x="2932960" y="437343"/>
                </a:lnTo>
                <a:lnTo>
                  <a:pt x="2994334" y="431553"/>
                </a:lnTo>
                <a:lnTo>
                  <a:pt x="3040794" y="414815"/>
                </a:lnTo>
                <a:lnTo>
                  <a:pt x="3068364" y="389764"/>
                </a:lnTo>
                <a:lnTo>
                  <a:pt x="2932960" y="389764"/>
                </a:lnTo>
                <a:lnTo>
                  <a:pt x="2894745" y="387421"/>
                </a:lnTo>
                <a:lnTo>
                  <a:pt x="2866938" y="380392"/>
                </a:lnTo>
                <a:lnTo>
                  <a:pt x="2850035" y="368678"/>
                </a:lnTo>
                <a:lnTo>
                  <a:pt x="2844530" y="352277"/>
                </a:lnTo>
                <a:lnTo>
                  <a:pt x="2850035" y="336230"/>
                </a:lnTo>
                <a:lnTo>
                  <a:pt x="2866938" y="324823"/>
                </a:lnTo>
                <a:lnTo>
                  <a:pt x="2894745" y="318012"/>
                </a:lnTo>
                <a:lnTo>
                  <a:pt x="2932960" y="315752"/>
                </a:lnTo>
                <a:lnTo>
                  <a:pt x="3069323" y="315752"/>
                </a:lnTo>
                <a:lnTo>
                  <a:pt x="3040794" y="290040"/>
                </a:lnTo>
                <a:lnTo>
                  <a:pt x="2994334" y="273610"/>
                </a:lnTo>
                <a:lnTo>
                  <a:pt x="2932960" y="268173"/>
                </a:lnTo>
                <a:close/>
              </a:path>
              <a:path w="4560570" h="512444">
                <a:moveTo>
                  <a:pt x="3069323" y="315752"/>
                </a:moveTo>
                <a:lnTo>
                  <a:pt x="2932960" y="315752"/>
                </a:lnTo>
                <a:lnTo>
                  <a:pt x="2970477" y="318012"/>
                </a:lnTo>
                <a:lnTo>
                  <a:pt x="2997721" y="324823"/>
                </a:lnTo>
                <a:lnTo>
                  <a:pt x="3014331" y="336230"/>
                </a:lnTo>
                <a:lnTo>
                  <a:pt x="3019948" y="352277"/>
                </a:lnTo>
                <a:lnTo>
                  <a:pt x="3014331" y="368678"/>
                </a:lnTo>
                <a:lnTo>
                  <a:pt x="2997721" y="380392"/>
                </a:lnTo>
                <a:lnTo>
                  <a:pt x="2970477" y="387421"/>
                </a:lnTo>
                <a:lnTo>
                  <a:pt x="2932960" y="389764"/>
                </a:lnTo>
                <a:lnTo>
                  <a:pt x="3068364" y="389764"/>
                </a:lnTo>
                <a:lnTo>
                  <a:pt x="3070223" y="388074"/>
                </a:lnTo>
                <a:lnTo>
                  <a:pt x="3080503" y="352277"/>
                </a:lnTo>
                <a:lnTo>
                  <a:pt x="3070223" y="316563"/>
                </a:lnTo>
                <a:lnTo>
                  <a:pt x="3069323" y="315752"/>
                </a:lnTo>
                <a:close/>
              </a:path>
              <a:path w="4560570" h="512444">
                <a:moveTo>
                  <a:pt x="3260778" y="31238"/>
                </a:moveTo>
                <a:lnTo>
                  <a:pt x="3221579" y="42157"/>
                </a:lnTo>
                <a:lnTo>
                  <a:pt x="3191572" y="73531"/>
                </a:lnTo>
                <a:lnTo>
                  <a:pt x="3172378" y="123288"/>
                </a:lnTo>
                <a:lnTo>
                  <a:pt x="3165620" y="189355"/>
                </a:lnTo>
                <a:lnTo>
                  <a:pt x="3172378" y="255775"/>
                </a:lnTo>
                <a:lnTo>
                  <a:pt x="3191572" y="305840"/>
                </a:lnTo>
                <a:lnTo>
                  <a:pt x="3221579" y="337431"/>
                </a:lnTo>
                <a:lnTo>
                  <a:pt x="3260778" y="348433"/>
                </a:lnTo>
                <a:lnTo>
                  <a:pt x="3300337" y="337431"/>
                </a:lnTo>
                <a:lnTo>
                  <a:pt x="3330705" y="305840"/>
                </a:lnTo>
                <a:lnTo>
                  <a:pt x="3337158" y="289319"/>
                </a:lnTo>
                <a:lnTo>
                  <a:pt x="3260778" y="289319"/>
                </a:lnTo>
                <a:lnTo>
                  <a:pt x="3244363" y="283364"/>
                </a:lnTo>
                <a:lnTo>
                  <a:pt x="3232183" y="264749"/>
                </a:lnTo>
                <a:lnTo>
                  <a:pt x="3224688" y="233427"/>
                </a:lnTo>
                <a:lnTo>
                  <a:pt x="3222330" y="189355"/>
                </a:lnTo>
                <a:lnTo>
                  <a:pt x="3224688" y="145478"/>
                </a:lnTo>
                <a:lnTo>
                  <a:pt x="3232183" y="114081"/>
                </a:lnTo>
                <a:lnTo>
                  <a:pt x="3244363" y="95210"/>
                </a:lnTo>
                <a:lnTo>
                  <a:pt x="3260778" y="88910"/>
                </a:lnTo>
                <a:lnTo>
                  <a:pt x="3336749" y="88910"/>
                </a:lnTo>
                <a:lnTo>
                  <a:pt x="3330705" y="73531"/>
                </a:lnTo>
                <a:lnTo>
                  <a:pt x="3300337" y="42157"/>
                </a:lnTo>
                <a:lnTo>
                  <a:pt x="3260778" y="31238"/>
                </a:lnTo>
                <a:close/>
              </a:path>
              <a:path w="4560570" h="512444">
                <a:moveTo>
                  <a:pt x="3336749" y="88910"/>
                </a:moveTo>
                <a:lnTo>
                  <a:pt x="3260778" y="88910"/>
                </a:lnTo>
                <a:lnTo>
                  <a:pt x="3277554" y="95210"/>
                </a:lnTo>
                <a:lnTo>
                  <a:pt x="3290095" y="114081"/>
                </a:lnTo>
                <a:lnTo>
                  <a:pt x="3297949" y="145478"/>
                </a:lnTo>
                <a:lnTo>
                  <a:pt x="3300668" y="189355"/>
                </a:lnTo>
                <a:lnTo>
                  <a:pt x="3297949" y="233427"/>
                </a:lnTo>
                <a:lnTo>
                  <a:pt x="3290095" y="264749"/>
                </a:lnTo>
                <a:lnTo>
                  <a:pt x="3277554" y="283364"/>
                </a:lnTo>
                <a:lnTo>
                  <a:pt x="3260778" y="289319"/>
                </a:lnTo>
                <a:lnTo>
                  <a:pt x="3337158" y="289319"/>
                </a:lnTo>
                <a:lnTo>
                  <a:pt x="3350259" y="255775"/>
                </a:lnTo>
                <a:lnTo>
                  <a:pt x="3357378" y="189355"/>
                </a:lnTo>
                <a:lnTo>
                  <a:pt x="3350259" y="123288"/>
                </a:lnTo>
                <a:lnTo>
                  <a:pt x="3336749" y="88910"/>
                </a:lnTo>
                <a:close/>
              </a:path>
              <a:path w="4560570" h="512444">
                <a:moveTo>
                  <a:pt x="3540966" y="216749"/>
                </a:moveTo>
                <a:lnTo>
                  <a:pt x="3482334" y="216749"/>
                </a:lnTo>
                <a:lnTo>
                  <a:pt x="3482334" y="437343"/>
                </a:lnTo>
                <a:lnTo>
                  <a:pt x="3540966" y="437343"/>
                </a:lnTo>
                <a:lnTo>
                  <a:pt x="3540966" y="216749"/>
                </a:lnTo>
                <a:close/>
              </a:path>
              <a:path w="4560570" h="512444">
                <a:moveTo>
                  <a:pt x="3442925" y="6247"/>
                </a:moveTo>
                <a:lnTo>
                  <a:pt x="3384772" y="6247"/>
                </a:lnTo>
                <a:lnTo>
                  <a:pt x="3384772" y="417158"/>
                </a:lnTo>
                <a:lnTo>
                  <a:pt x="3442925" y="417158"/>
                </a:lnTo>
                <a:lnTo>
                  <a:pt x="3442925" y="216749"/>
                </a:lnTo>
                <a:lnTo>
                  <a:pt x="3540966" y="216749"/>
                </a:lnTo>
                <a:lnTo>
                  <a:pt x="3540966" y="166767"/>
                </a:lnTo>
                <a:lnTo>
                  <a:pt x="3442925" y="166767"/>
                </a:lnTo>
                <a:lnTo>
                  <a:pt x="3442925" y="6247"/>
                </a:lnTo>
                <a:close/>
              </a:path>
              <a:path w="4560570" h="512444">
                <a:moveTo>
                  <a:pt x="3540966" y="0"/>
                </a:moveTo>
                <a:lnTo>
                  <a:pt x="3482334" y="0"/>
                </a:lnTo>
                <a:lnTo>
                  <a:pt x="3482334" y="166767"/>
                </a:lnTo>
                <a:lnTo>
                  <a:pt x="3540966" y="166767"/>
                </a:lnTo>
                <a:lnTo>
                  <a:pt x="3540966" y="0"/>
                </a:lnTo>
                <a:close/>
              </a:path>
              <a:path w="4560570" h="512444">
                <a:moveTo>
                  <a:pt x="3832791" y="30758"/>
                </a:moveTo>
                <a:lnTo>
                  <a:pt x="3795096" y="37817"/>
                </a:lnTo>
                <a:lnTo>
                  <a:pt x="3738601" y="90552"/>
                </a:lnTo>
                <a:lnTo>
                  <a:pt x="3722845" y="133736"/>
                </a:lnTo>
                <a:lnTo>
                  <a:pt x="3717447" y="186471"/>
                </a:lnTo>
                <a:lnTo>
                  <a:pt x="3722845" y="239625"/>
                </a:lnTo>
                <a:lnTo>
                  <a:pt x="3738601" y="282975"/>
                </a:lnTo>
                <a:lnTo>
                  <a:pt x="3763192" y="315367"/>
                </a:lnTo>
                <a:lnTo>
                  <a:pt x="3795096" y="335649"/>
                </a:lnTo>
                <a:lnTo>
                  <a:pt x="3832791" y="342665"/>
                </a:lnTo>
                <a:lnTo>
                  <a:pt x="3870393" y="335649"/>
                </a:lnTo>
                <a:lnTo>
                  <a:pt x="3902112" y="315367"/>
                </a:lnTo>
                <a:lnTo>
                  <a:pt x="3923590" y="286916"/>
                </a:lnTo>
                <a:lnTo>
                  <a:pt x="3832791" y="286916"/>
                </a:lnTo>
                <a:lnTo>
                  <a:pt x="3809812" y="280413"/>
                </a:lnTo>
                <a:lnTo>
                  <a:pt x="3792060" y="261204"/>
                </a:lnTo>
                <a:lnTo>
                  <a:pt x="3780616" y="229740"/>
                </a:lnTo>
                <a:lnTo>
                  <a:pt x="3776561" y="186471"/>
                </a:lnTo>
                <a:lnTo>
                  <a:pt x="3780616" y="143405"/>
                </a:lnTo>
                <a:lnTo>
                  <a:pt x="3792060" y="111919"/>
                </a:lnTo>
                <a:lnTo>
                  <a:pt x="3809812" y="92597"/>
                </a:lnTo>
                <a:lnTo>
                  <a:pt x="3832791" y="86026"/>
                </a:lnTo>
                <a:lnTo>
                  <a:pt x="3923148" y="86026"/>
                </a:lnTo>
                <a:lnTo>
                  <a:pt x="3902112" y="58163"/>
                </a:lnTo>
                <a:lnTo>
                  <a:pt x="3870393" y="37817"/>
                </a:lnTo>
                <a:lnTo>
                  <a:pt x="3832791" y="30758"/>
                </a:lnTo>
                <a:close/>
              </a:path>
              <a:path w="4560570" h="512444">
                <a:moveTo>
                  <a:pt x="3923148" y="86026"/>
                </a:moveTo>
                <a:lnTo>
                  <a:pt x="3832791" y="86026"/>
                </a:lnTo>
                <a:lnTo>
                  <a:pt x="3855979" y="92597"/>
                </a:lnTo>
                <a:lnTo>
                  <a:pt x="3873762" y="111919"/>
                </a:lnTo>
                <a:lnTo>
                  <a:pt x="3885236" y="143405"/>
                </a:lnTo>
                <a:lnTo>
                  <a:pt x="3889501" y="186471"/>
                </a:lnTo>
                <a:lnTo>
                  <a:pt x="3885236" y="229740"/>
                </a:lnTo>
                <a:lnTo>
                  <a:pt x="3873762" y="261204"/>
                </a:lnTo>
                <a:lnTo>
                  <a:pt x="3855979" y="280413"/>
                </a:lnTo>
                <a:lnTo>
                  <a:pt x="3832791" y="286916"/>
                </a:lnTo>
                <a:lnTo>
                  <a:pt x="3923590" y="286916"/>
                </a:lnTo>
                <a:lnTo>
                  <a:pt x="3926565" y="282975"/>
                </a:lnTo>
                <a:lnTo>
                  <a:pt x="3942367" y="239625"/>
                </a:lnTo>
                <a:lnTo>
                  <a:pt x="3948134" y="186471"/>
                </a:lnTo>
                <a:lnTo>
                  <a:pt x="3942367" y="133736"/>
                </a:lnTo>
                <a:lnTo>
                  <a:pt x="3926565" y="90552"/>
                </a:lnTo>
                <a:lnTo>
                  <a:pt x="3923148" y="86026"/>
                </a:lnTo>
                <a:close/>
              </a:path>
              <a:path w="4560570" h="512444">
                <a:moveTo>
                  <a:pt x="4060113" y="0"/>
                </a:moveTo>
                <a:lnTo>
                  <a:pt x="3998597" y="0"/>
                </a:lnTo>
                <a:lnTo>
                  <a:pt x="3998597" y="437343"/>
                </a:lnTo>
                <a:lnTo>
                  <a:pt x="4060113" y="437343"/>
                </a:lnTo>
                <a:lnTo>
                  <a:pt x="4060113" y="215788"/>
                </a:lnTo>
                <a:lnTo>
                  <a:pt x="4124513" y="215788"/>
                </a:lnTo>
                <a:lnTo>
                  <a:pt x="4124513" y="164844"/>
                </a:lnTo>
                <a:lnTo>
                  <a:pt x="4060113" y="164844"/>
                </a:lnTo>
                <a:lnTo>
                  <a:pt x="4060113" y="0"/>
                </a:lnTo>
                <a:close/>
              </a:path>
              <a:path w="4560570" h="512444">
                <a:moveTo>
                  <a:pt x="4547490" y="206656"/>
                </a:moveTo>
                <a:lnTo>
                  <a:pt x="4147633" y="206656"/>
                </a:lnTo>
                <a:lnTo>
                  <a:pt x="4147633" y="254716"/>
                </a:lnTo>
                <a:lnTo>
                  <a:pt x="4547490" y="254716"/>
                </a:lnTo>
                <a:lnTo>
                  <a:pt x="4547490" y="206656"/>
                </a:lnTo>
                <a:close/>
              </a:path>
              <a:path w="4560570" h="512444">
                <a:moveTo>
                  <a:pt x="4377839" y="169170"/>
                </a:moveTo>
                <a:lnTo>
                  <a:pt x="4317764" y="169170"/>
                </a:lnTo>
                <a:lnTo>
                  <a:pt x="4317764" y="206656"/>
                </a:lnTo>
                <a:lnTo>
                  <a:pt x="4377839" y="206656"/>
                </a:lnTo>
                <a:lnTo>
                  <a:pt x="4377839" y="169170"/>
                </a:lnTo>
                <a:close/>
              </a:path>
              <a:path w="4560570" h="512444">
                <a:moveTo>
                  <a:pt x="4499430" y="19223"/>
                </a:moveTo>
                <a:lnTo>
                  <a:pt x="4196173" y="19223"/>
                </a:lnTo>
                <a:lnTo>
                  <a:pt x="4196173" y="169170"/>
                </a:lnTo>
                <a:lnTo>
                  <a:pt x="4501833" y="169170"/>
                </a:lnTo>
                <a:lnTo>
                  <a:pt x="4501833" y="121110"/>
                </a:lnTo>
                <a:lnTo>
                  <a:pt x="4257209" y="121110"/>
                </a:lnTo>
                <a:lnTo>
                  <a:pt x="4257209" y="66803"/>
                </a:lnTo>
                <a:lnTo>
                  <a:pt x="4499430" y="66803"/>
                </a:lnTo>
                <a:lnTo>
                  <a:pt x="4499430" y="19223"/>
                </a:lnTo>
                <a:close/>
              </a:path>
              <a:path w="4560570" h="512444">
                <a:moveTo>
                  <a:pt x="4346600" y="276824"/>
                </a:moveTo>
                <a:lnTo>
                  <a:pt x="4282298" y="282140"/>
                </a:lnTo>
                <a:lnTo>
                  <a:pt x="4234080" y="297730"/>
                </a:lnTo>
                <a:lnTo>
                  <a:pt x="4203795" y="323051"/>
                </a:lnTo>
                <a:lnTo>
                  <a:pt x="4193290" y="357564"/>
                </a:lnTo>
                <a:lnTo>
                  <a:pt x="4203675" y="391206"/>
                </a:lnTo>
                <a:lnTo>
                  <a:pt x="4203795" y="391596"/>
                </a:lnTo>
                <a:lnTo>
                  <a:pt x="4234080" y="416797"/>
                </a:lnTo>
                <a:lnTo>
                  <a:pt x="4282298" y="432447"/>
                </a:lnTo>
                <a:lnTo>
                  <a:pt x="4346600" y="437824"/>
                </a:lnTo>
                <a:lnTo>
                  <a:pt x="4410279" y="432447"/>
                </a:lnTo>
                <a:lnTo>
                  <a:pt x="4458099" y="416797"/>
                </a:lnTo>
                <a:lnTo>
                  <a:pt x="4488256" y="391596"/>
                </a:lnTo>
                <a:lnTo>
                  <a:pt x="4488379" y="391206"/>
                </a:lnTo>
                <a:lnTo>
                  <a:pt x="4346600" y="391206"/>
                </a:lnTo>
                <a:lnTo>
                  <a:pt x="4306793" y="389193"/>
                </a:lnTo>
                <a:lnTo>
                  <a:pt x="4278295" y="383036"/>
                </a:lnTo>
                <a:lnTo>
                  <a:pt x="4261242" y="372552"/>
                </a:lnTo>
                <a:lnTo>
                  <a:pt x="4255767" y="357564"/>
                </a:lnTo>
                <a:lnTo>
                  <a:pt x="4261242" y="342703"/>
                </a:lnTo>
                <a:lnTo>
                  <a:pt x="4278295" y="332032"/>
                </a:lnTo>
                <a:lnTo>
                  <a:pt x="4306793" y="325597"/>
                </a:lnTo>
                <a:lnTo>
                  <a:pt x="4346600" y="323441"/>
                </a:lnTo>
                <a:lnTo>
                  <a:pt x="4488377" y="323441"/>
                </a:lnTo>
                <a:lnTo>
                  <a:pt x="4488256" y="323051"/>
                </a:lnTo>
                <a:lnTo>
                  <a:pt x="4458099" y="297730"/>
                </a:lnTo>
                <a:lnTo>
                  <a:pt x="4410279" y="282140"/>
                </a:lnTo>
                <a:lnTo>
                  <a:pt x="4346600" y="276824"/>
                </a:lnTo>
                <a:close/>
              </a:path>
              <a:path w="4560570" h="512444">
                <a:moveTo>
                  <a:pt x="4488377" y="323441"/>
                </a:moveTo>
                <a:lnTo>
                  <a:pt x="4346600" y="323441"/>
                </a:lnTo>
                <a:lnTo>
                  <a:pt x="4385664" y="325597"/>
                </a:lnTo>
                <a:lnTo>
                  <a:pt x="4414004" y="332032"/>
                </a:lnTo>
                <a:lnTo>
                  <a:pt x="4431351" y="342703"/>
                </a:lnTo>
                <a:lnTo>
                  <a:pt x="4437433" y="357564"/>
                </a:lnTo>
                <a:lnTo>
                  <a:pt x="4431351" y="372552"/>
                </a:lnTo>
                <a:lnTo>
                  <a:pt x="4414004" y="383036"/>
                </a:lnTo>
                <a:lnTo>
                  <a:pt x="4385664" y="389193"/>
                </a:lnTo>
                <a:lnTo>
                  <a:pt x="4346600" y="391206"/>
                </a:lnTo>
                <a:lnTo>
                  <a:pt x="4488379" y="391206"/>
                </a:lnTo>
                <a:lnTo>
                  <a:pt x="4498950" y="357564"/>
                </a:lnTo>
                <a:lnTo>
                  <a:pt x="4488377" y="323441"/>
                </a:lnTo>
                <a:close/>
              </a:path>
              <a:path w="4560570" h="512444">
                <a:moveTo>
                  <a:pt x="1297765" y="467140"/>
                </a:moveTo>
                <a:lnTo>
                  <a:pt x="0" y="467140"/>
                </a:lnTo>
                <a:lnTo>
                  <a:pt x="0" y="512316"/>
                </a:lnTo>
                <a:lnTo>
                  <a:pt x="1297765" y="512316"/>
                </a:lnTo>
                <a:lnTo>
                  <a:pt x="1297765" y="467140"/>
                </a:lnTo>
                <a:close/>
              </a:path>
              <a:path w="4560570" h="512444">
                <a:moveTo>
                  <a:pt x="4559986" y="467140"/>
                </a:moveTo>
                <a:lnTo>
                  <a:pt x="1851034" y="467140"/>
                </a:lnTo>
                <a:lnTo>
                  <a:pt x="1851034" y="512316"/>
                </a:lnTo>
                <a:lnTo>
                  <a:pt x="4559986" y="512316"/>
                </a:lnTo>
                <a:lnTo>
                  <a:pt x="4559986" y="467140"/>
                </a:lnTo>
                <a:close/>
              </a:path>
            </a:pathLst>
          </a:custGeom>
          <a:solidFill>
            <a:srgbClr val="24263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952850" y="3500415"/>
            <a:ext cx="9552305" cy="2353945"/>
            <a:chOff x="952850" y="3500415"/>
            <a:chExt cx="9552305" cy="2353945"/>
          </a:xfrm>
        </p:grpSpPr>
        <p:sp>
          <p:nvSpPr>
            <p:cNvPr id="6" name="object 6"/>
            <p:cNvSpPr/>
            <p:nvPr/>
          </p:nvSpPr>
          <p:spPr>
            <a:xfrm>
              <a:off x="952850" y="3500415"/>
              <a:ext cx="9552305" cy="2353945"/>
            </a:xfrm>
            <a:custGeom>
              <a:avLst/>
              <a:gdLst/>
              <a:ahLst/>
              <a:cxnLst/>
              <a:rect l="l" t="t" r="r" b="b"/>
              <a:pathLst>
                <a:path w="9552305" h="2353945">
                  <a:moveTo>
                    <a:pt x="9249867" y="0"/>
                  </a:moveTo>
                  <a:lnTo>
                    <a:pt x="301977" y="0"/>
                  </a:lnTo>
                  <a:lnTo>
                    <a:pt x="231979" y="321"/>
                  </a:lnTo>
                  <a:lnTo>
                    <a:pt x="178015" y="2571"/>
                  </a:lnTo>
                  <a:lnTo>
                    <a:pt x="136301" y="8678"/>
                  </a:lnTo>
                  <a:lnTo>
                    <a:pt x="77726" y="36098"/>
                  </a:lnTo>
                  <a:lnTo>
                    <a:pt x="36098" y="77726"/>
                  </a:lnTo>
                  <a:lnTo>
                    <a:pt x="8678" y="136301"/>
                  </a:lnTo>
                  <a:lnTo>
                    <a:pt x="2571" y="178015"/>
                  </a:lnTo>
                  <a:lnTo>
                    <a:pt x="321" y="231979"/>
                  </a:lnTo>
                  <a:lnTo>
                    <a:pt x="0" y="301976"/>
                  </a:lnTo>
                  <a:lnTo>
                    <a:pt x="0" y="2051501"/>
                  </a:lnTo>
                  <a:lnTo>
                    <a:pt x="321" y="2121498"/>
                  </a:lnTo>
                  <a:lnTo>
                    <a:pt x="2571" y="2175462"/>
                  </a:lnTo>
                  <a:lnTo>
                    <a:pt x="8678" y="2217176"/>
                  </a:lnTo>
                  <a:lnTo>
                    <a:pt x="36098" y="2275751"/>
                  </a:lnTo>
                  <a:lnTo>
                    <a:pt x="77726" y="2317379"/>
                  </a:lnTo>
                  <a:lnTo>
                    <a:pt x="136301" y="2344799"/>
                  </a:lnTo>
                  <a:lnTo>
                    <a:pt x="178015" y="2350906"/>
                  </a:lnTo>
                  <a:lnTo>
                    <a:pt x="231979" y="2353156"/>
                  </a:lnTo>
                  <a:lnTo>
                    <a:pt x="301977" y="2353478"/>
                  </a:lnTo>
                  <a:lnTo>
                    <a:pt x="9249868" y="2353478"/>
                  </a:lnTo>
                  <a:lnTo>
                    <a:pt x="9319865" y="2353156"/>
                  </a:lnTo>
                  <a:lnTo>
                    <a:pt x="9373829" y="2350906"/>
                  </a:lnTo>
                  <a:lnTo>
                    <a:pt x="9415543" y="2344799"/>
                  </a:lnTo>
                  <a:lnTo>
                    <a:pt x="9474118" y="2317379"/>
                  </a:lnTo>
                  <a:lnTo>
                    <a:pt x="9515746" y="2275751"/>
                  </a:lnTo>
                  <a:lnTo>
                    <a:pt x="9543166" y="2217176"/>
                  </a:lnTo>
                  <a:lnTo>
                    <a:pt x="9549273" y="2175462"/>
                  </a:lnTo>
                  <a:lnTo>
                    <a:pt x="9551523" y="2121498"/>
                  </a:lnTo>
                  <a:lnTo>
                    <a:pt x="9551845" y="2051501"/>
                  </a:lnTo>
                  <a:lnTo>
                    <a:pt x="9551845" y="301977"/>
                  </a:lnTo>
                  <a:lnTo>
                    <a:pt x="9551523" y="231979"/>
                  </a:lnTo>
                  <a:lnTo>
                    <a:pt x="9549273" y="178015"/>
                  </a:lnTo>
                  <a:lnTo>
                    <a:pt x="9543166" y="136301"/>
                  </a:lnTo>
                  <a:lnTo>
                    <a:pt x="9515746" y="77726"/>
                  </a:lnTo>
                  <a:lnTo>
                    <a:pt x="9474118" y="36098"/>
                  </a:lnTo>
                  <a:lnTo>
                    <a:pt x="9415543" y="8678"/>
                  </a:lnTo>
                  <a:lnTo>
                    <a:pt x="9373829" y="2571"/>
                  </a:lnTo>
                  <a:lnTo>
                    <a:pt x="9319865" y="321"/>
                  </a:lnTo>
                  <a:lnTo>
                    <a:pt x="9249867" y="0"/>
                  </a:lnTo>
                  <a:close/>
                </a:path>
              </a:pathLst>
            </a:custGeom>
            <a:solidFill>
              <a:srgbClr val="EEF0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71343" y="3856736"/>
              <a:ext cx="1091565" cy="1091565"/>
            </a:xfrm>
            <a:custGeom>
              <a:avLst/>
              <a:gdLst/>
              <a:ahLst/>
              <a:cxnLst/>
              <a:rect l="l" t="t" r="r" b="b"/>
              <a:pathLst>
                <a:path w="1091564" h="1091564">
                  <a:moveTo>
                    <a:pt x="545484" y="0"/>
                  </a:moveTo>
                  <a:lnTo>
                    <a:pt x="498417" y="2002"/>
                  </a:lnTo>
                  <a:lnTo>
                    <a:pt x="452463" y="7899"/>
                  </a:lnTo>
                  <a:lnTo>
                    <a:pt x="407783" y="17529"/>
                  </a:lnTo>
                  <a:lnTo>
                    <a:pt x="364544" y="30726"/>
                  </a:lnTo>
                  <a:lnTo>
                    <a:pt x="322907" y="47327"/>
                  </a:lnTo>
                  <a:lnTo>
                    <a:pt x="283036" y="67168"/>
                  </a:lnTo>
                  <a:lnTo>
                    <a:pt x="245097" y="90087"/>
                  </a:lnTo>
                  <a:lnTo>
                    <a:pt x="209251" y="115918"/>
                  </a:lnTo>
                  <a:lnTo>
                    <a:pt x="175664" y="144498"/>
                  </a:lnTo>
                  <a:lnTo>
                    <a:pt x="144498" y="175664"/>
                  </a:lnTo>
                  <a:lnTo>
                    <a:pt x="115918" y="209251"/>
                  </a:lnTo>
                  <a:lnTo>
                    <a:pt x="90087" y="245097"/>
                  </a:lnTo>
                  <a:lnTo>
                    <a:pt x="67168" y="283036"/>
                  </a:lnTo>
                  <a:lnTo>
                    <a:pt x="47327" y="322907"/>
                  </a:lnTo>
                  <a:lnTo>
                    <a:pt x="30726" y="364544"/>
                  </a:lnTo>
                  <a:lnTo>
                    <a:pt x="17529" y="407783"/>
                  </a:lnTo>
                  <a:lnTo>
                    <a:pt x="7899" y="452463"/>
                  </a:lnTo>
                  <a:lnTo>
                    <a:pt x="2002" y="498417"/>
                  </a:lnTo>
                  <a:lnTo>
                    <a:pt x="0" y="545484"/>
                  </a:lnTo>
                  <a:lnTo>
                    <a:pt x="2002" y="592550"/>
                  </a:lnTo>
                  <a:lnTo>
                    <a:pt x="7899" y="638505"/>
                  </a:lnTo>
                  <a:lnTo>
                    <a:pt x="17529" y="683184"/>
                  </a:lnTo>
                  <a:lnTo>
                    <a:pt x="30726" y="726424"/>
                  </a:lnTo>
                  <a:lnTo>
                    <a:pt x="47327" y="768061"/>
                  </a:lnTo>
                  <a:lnTo>
                    <a:pt x="67168" y="807931"/>
                  </a:lnTo>
                  <a:lnTo>
                    <a:pt x="90087" y="845871"/>
                  </a:lnTo>
                  <a:lnTo>
                    <a:pt x="115918" y="881716"/>
                  </a:lnTo>
                  <a:lnTo>
                    <a:pt x="144498" y="915303"/>
                  </a:lnTo>
                  <a:lnTo>
                    <a:pt x="175664" y="946469"/>
                  </a:lnTo>
                  <a:lnTo>
                    <a:pt x="209251" y="975050"/>
                  </a:lnTo>
                  <a:lnTo>
                    <a:pt x="245097" y="1000881"/>
                  </a:lnTo>
                  <a:lnTo>
                    <a:pt x="283036" y="1023799"/>
                  </a:lnTo>
                  <a:lnTo>
                    <a:pt x="322907" y="1043641"/>
                  </a:lnTo>
                  <a:lnTo>
                    <a:pt x="364544" y="1060242"/>
                  </a:lnTo>
                  <a:lnTo>
                    <a:pt x="407783" y="1073439"/>
                  </a:lnTo>
                  <a:lnTo>
                    <a:pt x="452463" y="1083068"/>
                  </a:lnTo>
                  <a:lnTo>
                    <a:pt x="498417" y="1088966"/>
                  </a:lnTo>
                  <a:lnTo>
                    <a:pt x="545484" y="1090968"/>
                  </a:lnTo>
                  <a:lnTo>
                    <a:pt x="592550" y="1088966"/>
                  </a:lnTo>
                  <a:lnTo>
                    <a:pt x="638505" y="1083068"/>
                  </a:lnTo>
                  <a:lnTo>
                    <a:pt x="683184" y="1073439"/>
                  </a:lnTo>
                  <a:lnTo>
                    <a:pt x="726424" y="1060242"/>
                  </a:lnTo>
                  <a:lnTo>
                    <a:pt x="768061" y="1043641"/>
                  </a:lnTo>
                  <a:lnTo>
                    <a:pt x="807931" y="1023799"/>
                  </a:lnTo>
                  <a:lnTo>
                    <a:pt x="845871" y="1000881"/>
                  </a:lnTo>
                  <a:lnTo>
                    <a:pt x="881716" y="975050"/>
                  </a:lnTo>
                  <a:lnTo>
                    <a:pt x="915303" y="946469"/>
                  </a:lnTo>
                  <a:lnTo>
                    <a:pt x="946469" y="915303"/>
                  </a:lnTo>
                  <a:lnTo>
                    <a:pt x="975050" y="881716"/>
                  </a:lnTo>
                  <a:lnTo>
                    <a:pt x="1000881" y="845871"/>
                  </a:lnTo>
                  <a:lnTo>
                    <a:pt x="1023799" y="807931"/>
                  </a:lnTo>
                  <a:lnTo>
                    <a:pt x="1043641" y="768061"/>
                  </a:lnTo>
                  <a:lnTo>
                    <a:pt x="1060242" y="726424"/>
                  </a:lnTo>
                  <a:lnTo>
                    <a:pt x="1073439" y="683184"/>
                  </a:lnTo>
                  <a:lnTo>
                    <a:pt x="1083068" y="638505"/>
                  </a:lnTo>
                  <a:lnTo>
                    <a:pt x="1088966" y="592550"/>
                  </a:lnTo>
                  <a:lnTo>
                    <a:pt x="1090968" y="545484"/>
                  </a:lnTo>
                  <a:lnTo>
                    <a:pt x="1088966" y="498417"/>
                  </a:lnTo>
                  <a:lnTo>
                    <a:pt x="1083068" y="452463"/>
                  </a:lnTo>
                  <a:lnTo>
                    <a:pt x="1073439" y="407783"/>
                  </a:lnTo>
                  <a:lnTo>
                    <a:pt x="1060242" y="364544"/>
                  </a:lnTo>
                  <a:lnTo>
                    <a:pt x="1043641" y="322907"/>
                  </a:lnTo>
                  <a:lnTo>
                    <a:pt x="1023799" y="283036"/>
                  </a:lnTo>
                  <a:lnTo>
                    <a:pt x="1000881" y="245097"/>
                  </a:lnTo>
                  <a:lnTo>
                    <a:pt x="975050" y="209251"/>
                  </a:lnTo>
                  <a:lnTo>
                    <a:pt x="946469" y="175664"/>
                  </a:lnTo>
                  <a:lnTo>
                    <a:pt x="915303" y="144498"/>
                  </a:lnTo>
                  <a:lnTo>
                    <a:pt x="881716" y="115918"/>
                  </a:lnTo>
                  <a:lnTo>
                    <a:pt x="845871" y="90087"/>
                  </a:lnTo>
                  <a:lnTo>
                    <a:pt x="807931" y="67168"/>
                  </a:lnTo>
                  <a:lnTo>
                    <a:pt x="768061" y="47327"/>
                  </a:lnTo>
                  <a:lnTo>
                    <a:pt x="726424" y="30726"/>
                  </a:lnTo>
                  <a:lnTo>
                    <a:pt x="683184" y="17529"/>
                  </a:lnTo>
                  <a:lnTo>
                    <a:pt x="638505" y="7899"/>
                  </a:lnTo>
                  <a:lnTo>
                    <a:pt x="592550" y="2002"/>
                  </a:lnTo>
                  <a:lnTo>
                    <a:pt x="545484" y="0"/>
                  </a:lnTo>
                  <a:close/>
                </a:path>
              </a:pathLst>
            </a:custGeom>
            <a:solidFill>
              <a:srgbClr val="9FB1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4248" y="4037835"/>
              <a:ext cx="647180" cy="64718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621053" y="5125018"/>
              <a:ext cx="791210" cy="267335"/>
            </a:xfrm>
            <a:custGeom>
              <a:avLst/>
              <a:gdLst/>
              <a:ahLst/>
              <a:cxnLst/>
              <a:rect l="l" t="t" r="r" b="b"/>
              <a:pathLst>
                <a:path w="791210" h="267335">
                  <a:moveTo>
                    <a:pt x="244319" y="210353"/>
                  </a:moveTo>
                  <a:lnTo>
                    <a:pt x="0" y="210353"/>
                  </a:lnTo>
                  <a:lnTo>
                    <a:pt x="0" y="233891"/>
                  </a:lnTo>
                  <a:lnTo>
                    <a:pt x="244319" y="233891"/>
                  </a:lnTo>
                  <a:lnTo>
                    <a:pt x="244319" y="210353"/>
                  </a:lnTo>
                  <a:close/>
                </a:path>
                <a:path w="791210" h="267335">
                  <a:moveTo>
                    <a:pt x="135567" y="155530"/>
                  </a:moveTo>
                  <a:lnTo>
                    <a:pt x="107560" y="155530"/>
                  </a:lnTo>
                  <a:lnTo>
                    <a:pt x="107560" y="210353"/>
                  </a:lnTo>
                  <a:lnTo>
                    <a:pt x="135567" y="210353"/>
                  </a:lnTo>
                  <a:lnTo>
                    <a:pt x="135567" y="155530"/>
                  </a:lnTo>
                  <a:close/>
                </a:path>
                <a:path w="791210" h="267335">
                  <a:moveTo>
                    <a:pt x="56312" y="18174"/>
                  </a:moveTo>
                  <a:lnTo>
                    <a:pt x="28007" y="18174"/>
                  </a:lnTo>
                  <a:lnTo>
                    <a:pt x="28007" y="155530"/>
                  </a:lnTo>
                  <a:lnTo>
                    <a:pt x="215418" y="155530"/>
                  </a:lnTo>
                  <a:lnTo>
                    <a:pt x="215418" y="132587"/>
                  </a:lnTo>
                  <a:lnTo>
                    <a:pt x="56312" y="132587"/>
                  </a:lnTo>
                  <a:lnTo>
                    <a:pt x="56312" y="87001"/>
                  </a:lnTo>
                  <a:lnTo>
                    <a:pt x="215418" y="87001"/>
                  </a:lnTo>
                  <a:lnTo>
                    <a:pt x="215418" y="64059"/>
                  </a:lnTo>
                  <a:lnTo>
                    <a:pt x="56312" y="64059"/>
                  </a:lnTo>
                  <a:lnTo>
                    <a:pt x="56312" y="18174"/>
                  </a:lnTo>
                  <a:close/>
                </a:path>
                <a:path w="791210" h="267335">
                  <a:moveTo>
                    <a:pt x="215418" y="87001"/>
                  </a:moveTo>
                  <a:lnTo>
                    <a:pt x="187410" y="87001"/>
                  </a:lnTo>
                  <a:lnTo>
                    <a:pt x="187410" y="132587"/>
                  </a:lnTo>
                  <a:lnTo>
                    <a:pt x="215418" y="132587"/>
                  </a:lnTo>
                  <a:lnTo>
                    <a:pt x="215418" y="87001"/>
                  </a:lnTo>
                  <a:close/>
                </a:path>
                <a:path w="791210" h="267335">
                  <a:moveTo>
                    <a:pt x="215418" y="18174"/>
                  </a:moveTo>
                  <a:lnTo>
                    <a:pt x="187410" y="18174"/>
                  </a:lnTo>
                  <a:lnTo>
                    <a:pt x="187410" y="64059"/>
                  </a:lnTo>
                  <a:lnTo>
                    <a:pt x="215418" y="64059"/>
                  </a:lnTo>
                  <a:lnTo>
                    <a:pt x="215418" y="18174"/>
                  </a:lnTo>
                  <a:close/>
                </a:path>
                <a:path w="791210" h="267335">
                  <a:moveTo>
                    <a:pt x="501306" y="37541"/>
                  </a:moveTo>
                  <a:lnTo>
                    <a:pt x="281716" y="37541"/>
                  </a:lnTo>
                  <a:lnTo>
                    <a:pt x="281716" y="60483"/>
                  </a:lnTo>
                  <a:lnTo>
                    <a:pt x="501306" y="60483"/>
                  </a:lnTo>
                  <a:lnTo>
                    <a:pt x="501306" y="37541"/>
                  </a:lnTo>
                  <a:close/>
                </a:path>
                <a:path w="791210" h="267335">
                  <a:moveTo>
                    <a:pt x="405663" y="3873"/>
                  </a:moveTo>
                  <a:lnTo>
                    <a:pt x="377656" y="3873"/>
                  </a:lnTo>
                  <a:lnTo>
                    <a:pt x="377656" y="37541"/>
                  </a:lnTo>
                  <a:lnTo>
                    <a:pt x="405663" y="37541"/>
                  </a:lnTo>
                  <a:lnTo>
                    <a:pt x="405663" y="3873"/>
                  </a:lnTo>
                  <a:close/>
                </a:path>
                <a:path w="791210" h="267335">
                  <a:moveTo>
                    <a:pt x="514415" y="213928"/>
                  </a:moveTo>
                  <a:lnTo>
                    <a:pt x="270096" y="213928"/>
                  </a:lnTo>
                  <a:lnTo>
                    <a:pt x="270096" y="236870"/>
                  </a:lnTo>
                  <a:lnTo>
                    <a:pt x="514415" y="236870"/>
                  </a:lnTo>
                  <a:lnTo>
                    <a:pt x="514415" y="213928"/>
                  </a:lnTo>
                  <a:close/>
                </a:path>
                <a:path w="791210" h="267335">
                  <a:moveTo>
                    <a:pt x="391660" y="76573"/>
                  </a:moveTo>
                  <a:lnTo>
                    <a:pt x="354486" y="80009"/>
                  </a:lnTo>
                  <a:lnTo>
                    <a:pt x="326446" y="89981"/>
                  </a:lnTo>
                  <a:lnTo>
                    <a:pt x="308741" y="105986"/>
                  </a:lnTo>
                  <a:lnTo>
                    <a:pt x="302573" y="127522"/>
                  </a:lnTo>
                  <a:lnTo>
                    <a:pt x="307726" y="147592"/>
                  </a:lnTo>
                  <a:lnTo>
                    <a:pt x="322572" y="163053"/>
                  </a:lnTo>
                  <a:lnTo>
                    <a:pt x="346190" y="173486"/>
                  </a:lnTo>
                  <a:lnTo>
                    <a:pt x="377656" y="178472"/>
                  </a:lnTo>
                  <a:lnTo>
                    <a:pt x="377656" y="213928"/>
                  </a:lnTo>
                  <a:lnTo>
                    <a:pt x="405663" y="213928"/>
                  </a:lnTo>
                  <a:lnTo>
                    <a:pt x="405663" y="178472"/>
                  </a:lnTo>
                  <a:lnTo>
                    <a:pt x="436895" y="173486"/>
                  </a:lnTo>
                  <a:lnTo>
                    <a:pt x="460430" y="163053"/>
                  </a:lnTo>
                  <a:lnTo>
                    <a:pt x="466797" y="156424"/>
                  </a:lnTo>
                  <a:lnTo>
                    <a:pt x="391660" y="156424"/>
                  </a:lnTo>
                  <a:lnTo>
                    <a:pt x="366124" y="154380"/>
                  </a:lnTo>
                  <a:lnTo>
                    <a:pt x="347153" y="148789"/>
                  </a:lnTo>
                  <a:lnTo>
                    <a:pt x="335389" y="139789"/>
                  </a:lnTo>
                  <a:lnTo>
                    <a:pt x="331474" y="127522"/>
                  </a:lnTo>
                  <a:lnTo>
                    <a:pt x="335389" y="115260"/>
                  </a:lnTo>
                  <a:lnTo>
                    <a:pt x="347153" y="106293"/>
                  </a:lnTo>
                  <a:lnTo>
                    <a:pt x="366124" y="100791"/>
                  </a:lnTo>
                  <a:lnTo>
                    <a:pt x="391660" y="98919"/>
                  </a:lnTo>
                  <a:lnTo>
                    <a:pt x="466409" y="98919"/>
                  </a:lnTo>
                  <a:lnTo>
                    <a:pt x="456501" y="89981"/>
                  </a:lnTo>
                  <a:lnTo>
                    <a:pt x="428536" y="80009"/>
                  </a:lnTo>
                  <a:lnTo>
                    <a:pt x="391660" y="76573"/>
                  </a:lnTo>
                  <a:close/>
                </a:path>
                <a:path w="791210" h="267335">
                  <a:moveTo>
                    <a:pt x="466409" y="98919"/>
                  </a:moveTo>
                  <a:lnTo>
                    <a:pt x="391660" y="98919"/>
                  </a:lnTo>
                  <a:lnTo>
                    <a:pt x="416855" y="100791"/>
                  </a:lnTo>
                  <a:lnTo>
                    <a:pt x="435682" y="106293"/>
                  </a:lnTo>
                  <a:lnTo>
                    <a:pt x="447470" y="115260"/>
                  </a:lnTo>
                  <a:lnTo>
                    <a:pt x="451548" y="127522"/>
                  </a:lnTo>
                  <a:lnTo>
                    <a:pt x="447470" y="139789"/>
                  </a:lnTo>
                  <a:lnTo>
                    <a:pt x="435682" y="148789"/>
                  </a:lnTo>
                  <a:lnTo>
                    <a:pt x="416855" y="154380"/>
                  </a:lnTo>
                  <a:lnTo>
                    <a:pt x="391660" y="156424"/>
                  </a:lnTo>
                  <a:lnTo>
                    <a:pt x="466797" y="156424"/>
                  </a:lnTo>
                  <a:lnTo>
                    <a:pt x="475279" y="147592"/>
                  </a:lnTo>
                  <a:lnTo>
                    <a:pt x="480449" y="127522"/>
                  </a:lnTo>
                  <a:lnTo>
                    <a:pt x="474332" y="106293"/>
                  </a:lnTo>
                  <a:lnTo>
                    <a:pt x="474243" y="105986"/>
                  </a:lnTo>
                  <a:lnTo>
                    <a:pt x="466409" y="98919"/>
                  </a:lnTo>
                  <a:close/>
                </a:path>
                <a:path w="791210" h="267335">
                  <a:moveTo>
                    <a:pt x="633153" y="50353"/>
                  </a:moveTo>
                  <a:lnTo>
                    <a:pt x="605146" y="50353"/>
                  </a:lnTo>
                  <a:lnTo>
                    <a:pt x="605146" y="78658"/>
                  </a:lnTo>
                  <a:lnTo>
                    <a:pt x="599903" y="113011"/>
                  </a:lnTo>
                  <a:lnTo>
                    <a:pt x="585332" y="145884"/>
                  </a:lnTo>
                  <a:lnTo>
                    <a:pt x="563162" y="173896"/>
                  </a:lnTo>
                  <a:lnTo>
                    <a:pt x="535127" y="193667"/>
                  </a:lnTo>
                  <a:lnTo>
                    <a:pt x="551812" y="216014"/>
                  </a:lnTo>
                  <a:lnTo>
                    <a:pt x="573572" y="201486"/>
                  </a:lnTo>
                  <a:lnTo>
                    <a:pt x="592594" y="181470"/>
                  </a:lnTo>
                  <a:lnTo>
                    <a:pt x="608209" y="157124"/>
                  </a:lnTo>
                  <a:lnTo>
                    <a:pt x="619745" y="129608"/>
                  </a:lnTo>
                  <a:lnTo>
                    <a:pt x="646643" y="129608"/>
                  </a:lnTo>
                  <a:lnTo>
                    <a:pt x="638116" y="110772"/>
                  </a:lnTo>
                  <a:lnTo>
                    <a:pt x="633153" y="78658"/>
                  </a:lnTo>
                  <a:lnTo>
                    <a:pt x="633153" y="50353"/>
                  </a:lnTo>
                  <a:close/>
                </a:path>
                <a:path w="791210" h="267335">
                  <a:moveTo>
                    <a:pt x="646643" y="129608"/>
                  </a:moveTo>
                  <a:lnTo>
                    <a:pt x="619745" y="129608"/>
                  </a:lnTo>
                  <a:lnTo>
                    <a:pt x="630804" y="154775"/>
                  </a:lnTo>
                  <a:lnTo>
                    <a:pt x="645760" y="177094"/>
                  </a:lnTo>
                  <a:lnTo>
                    <a:pt x="664096" y="195557"/>
                  </a:lnTo>
                  <a:lnTo>
                    <a:pt x="685294" y="209161"/>
                  </a:lnTo>
                  <a:lnTo>
                    <a:pt x="701384" y="187112"/>
                  </a:lnTo>
                  <a:lnTo>
                    <a:pt x="673628" y="168072"/>
                  </a:lnTo>
                  <a:lnTo>
                    <a:pt x="652073" y="141600"/>
                  </a:lnTo>
                  <a:lnTo>
                    <a:pt x="646643" y="129608"/>
                  </a:lnTo>
                  <a:close/>
                </a:path>
                <a:path w="791210" h="267335">
                  <a:moveTo>
                    <a:pt x="691253" y="26815"/>
                  </a:moveTo>
                  <a:lnTo>
                    <a:pt x="544960" y="26815"/>
                  </a:lnTo>
                  <a:lnTo>
                    <a:pt x="544960" y="50353"/>
                  </a:lnTo>
                  <a:lnTo>
                    <a:pt x="691253" y="50353"/>
                  </a:lnTo>
                  <a:lnTo>
                    <a:pt x="691253" y="26815"/>
                  </a:lnTo>
                  <a:close/>
                </a:path>
                <a:path w="791210" h="267335">
                  <a:moveTo>
                    <a:pt x="748162" y="0"/>
                  </a:moveTo>
                  <a:lnTo>
                    <a:pt x="719856" y="0"/>
                  </a:lnTo>
                  <a:lnTo>
                    <a:pt x="719856" y="266963"/>
                  </a:lnTo>
                  <a:lnTo>
                    <a:pt x="748162" y="266963"/>
                  </a:lnTo>
                  <a:lnTo>
                    <a:pt x="748162" y="129608"/>
                  </a:lnTo>
                  <a:lnTo>
                    <a:pt x="791067" y="129608"/>
                  </a:lnTo>
                  <a:lnTo>
                    <a:pt x="791067" y="105772"/>
                  </a:lnTo>
                  <a:lnTo>
                    <a:pt x="748162" y="105772"/>
                  </a:lnTo>
                  <a:lnTo>
                    <a:pt x="7481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87420" y="4286281"/>
              <a:ext cx="8890" cy="795655"/>
            </a:xfrm>
            <a:custGeom>
              <a:avLst/>
              <a:gdLst/>
              <a:ahLst/>
              <a:cxnLst/>
              <a:rect l="l" t="t" r="r" b="b"/>
              <a:pathLst>
                <a:path w="8889" h="795654">
                  <a:moveTo>
                    <a:pt x="8890" y="0"/>
                  </a:moveTo>
                  <a:lnTo>
                    <a:pt x="5080" y="0"/>
                  </a:lnTo>
                  <a:lnTo>
                    <a:pt x="0" y="0"/>
                  </a:lnTo>
                  <a:lnTo>
                    <a:pt x="0" y="795121"/>
                  </a:lnTo>
                  <a:lnTo>
                    <a:pt x="5080" y="795121"/>
                  </a:lnTo>
                  <a:lnTo>
                    <a:pt x="8890" y="795121"/>
                  </a:lnTo>
                  <a:lnTo>
                    <a:pt x="8890" y="0"/>
                  </a:lnTo>
                  <a:close/>
                </a:path>
              </a:pathLst>
            </a:custGeom>
            <a:solidFill>
              <a:srgbClr val="9C95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756914" y="4246974"/>
              <a:ext cx="5497830" cy="870585"/>
            </a:xfrm>
            <a:custGeom>
              <a:avLst/>
              <a:gdLst/>
              <a:ahLst/>
              <a:cxnLst/>
              <a:rect l="l" t="t" r="r" b="b"/>
              <a:pathLst>
                <a:path w="5497830" h="870585">
                  <a:moveTo>
                    <a:pt x="196583" y="766762"/>
                  </a:moveTo>
                  <a:lnTo>
                    <a:pt x="163715" y="744791"/>
                  </a:lnTo>
                  <a:lnTo>
                    <a:pt x="137922" y="712978"/>
                  </a:lnTo>
                  <a:lnTo>
                    <a:pt x="121132" y="674611"/>
                  </a:lnTo>
                  <a:lnTo>
                    <a:pt x="115277" y="632955"/>
                  </a:lnTo>
                  <a:lnTo>
                    <a:pt x="115277" y="580466"/>
                  </a:lnTo>
                  <a:lnTo>
                    <a:pt x="82334" y="580466"/>
                  </a:lnTo>
                  <a:lnTo>
                    <a:pt x="82334" y="632955"/>
                  </a:lnTo>
                  <a:lnTo>
                    <a:pt x="76276" y="676376"/>
                  </a:lnTo>
                  <a:lnTo>
                    <a:pt x="59309" y="716330"/>
                  </a:lnTo>
                  <a:lnTo>
                    <a:pt x="33274" y="749325"/>
                  </a:lnTo>
                  <a:lnTo>
                    <a:pt x="0" y="771906"/>
                  </a:lnTo>
                  <a:lnTo>
                    <a:pt x="19888" y="799350"/>
                  </a:lnTo>
                  <a:lnTo>
                    <a:pt x="45859" y="782421"/>
                  </a:lnTo>
                  <a:lnTo>
                    <a:pt x="68122" y="759371"/>
                  </a:lnTo>
                  <a:lnTo>
                    <a:pt x="86156" y="731253"/>
                  </a:lnTo>
                  <a:lnTo>
                    <a:pt x="99491" y="699173"/>
                  </a:lnTo>
                  <a:lnTo>
                    <a:pt x="112649" y="729119"/>
                  </a:lnTo>
                  <a:lnTo>
                    <a:pt x="130352" y="755294"/>
                  </a:lnTo>
                  <a:lnTo>
                    <a:pt x="152006" y="776732"/>
                  </a:lnTo>
                  <a:lnTo>
                    <a:pt x="177025" y="792492"/>
                  </a:lnTo>
                  <a:lnTo>
                    <a:pt x="196583" y="766762"/>
                  </a:lnTo>
                  <a:close/>
                </a:path>
                <a:path w="5497830" h="870585">
                  <a:moveTo>
                    <a:pt x="256971" y="554736"/>
                  </a:moveTo>
                  <a:lnTo>
                    <a:pt x="224383" y="554736"/>
                  </a:lnTo>
                  <a:lnTo>
                    <a:pt x="224383" y="862825"/>
                  </a:lnTo>
                  <a:lnTo>
                    <a:pt x="256971" y="862825"/>
                  </a:lnTo>
                  <a:lnTo>
                    <a:pt x="256971" y="554736"/>
                  </a:lnTo>
                  <a:close/>
                </a:path>
                <a:path w="5497830" h="870585">
                  <a:moveTo>
                    <a:pt x="282702" y="150964"/>
                  </a:moveTo>
                  <a:lnTo>
                    <a:pt x="238442" y="150964"/>
                  </a:lnTo>
                  <a:lnTo>
                    <a:pt x="243408" y="120192"/>
                  </a:lnTo>
                  <a:lnTo>
                    <a:pt x="245948" y="93116"/>
                  </a:lnTo>
                  <a:lnTo>
                    <a:pt x="246888" y="68795"/>
                  </a:lnTo>
                  <a:lnTo>
                    <a:pt x="247027" y="46316"/>
                  </a:lnTo>
                  <a:lnTo>
                    <a:pt x="247027" y="19215"/>
                  </a:lnTo>
                  <a:lnTo>
                    <a:pt x="36703" y="19215"/>
                  </a:lnTo>
                  <a:lnTo>
                    <a:pt x="36703" y="45974"/>
                  </a:lnTo>
                  <a:lnTo>
                    <a:pt x="214769" y="45974"/>
                  </a:lnTo>
                  <a:lnTo>
                    <a:pt x="214630" y="68605"/>
                  </a:lnTo>
                  <a:lnTo>
                    <a:pt x="213614" y="92976"/>
                  </a:lnTo>
                  <a:lnTo>
                    <a:pt x="210858" y="120192"/>
                  </a:lnTo>
                  <a:lnTo>
                    <a:pt x="205511" y="150964"/>
                  </a:lnTo>
                  <a:lnTo>
                    <a:pt x="2400" y="150964"/>
                  </a:lnTo>
                  <a:lnTo>
                    <a:pt x="2400" y="177723"/>
                  </a:lnTo>
                  <a:lnTo>
                    <a:pt x="125222" y="177723"/>
                  </a:lnTo>
                  <a:lnTo>
                    <a:pt x="125222" y="307759"/>
                  </a:lnTo>
                  <a:lnTo>
                    <a:pt x="158165" y="307759"/>
                  </a:lnTo>
                  <a:lnTo>
                    <a:pt x="158165" y="177723"/>
                  </a:lnTo>
                  <a:lnTo>
                    <a:pt x="282702" y="177723"/>
                  </a:lnTo>
                  <a:lnTo>
                    <a:pt x="282702" y="150964"/>
                  </a:lnTo>
                  <a:close/>
                </a:path>
                <a:path w="5497830" h="870585">
                  <a:moveTo>
                    <a:pt x="459524" y="573595"/>
                  </a:moveTo>
                  <a:lnTo>
                    <a:pt x="316115" y="573595"/>
                  </a:lnTo>
                  <a:lnTo>
                    <a:pt x="316115" y="600024"/>
                  </a:lnTo>
                  <a:lnTo>
                    <a:pt x="424535" y="600024"/>
                  </a:lnTo>
                  <a:lnTo>
                    <a:pt x="413270" y="634466"/>
                  </a:lnTo>
                  <a:lnTo>
                    <a:pt x="388480" y="664375"/>
                  </a:lnTo>
                  <a:lnTo>
                    <a:pt x="350926" y="688771"/>
                  </a:lnTo>
                  <a:lnTo>
                    <a:pt x="301358" y="706716"/>
                  </a:lnTo>
                  <a:lnTo>
                    <a:pt x="314744" y="731761"/>
                  </a:lnTo>
                  <a:lnTo>
                    <a:pt x="364845" y="713841"/>
                  </a:lnTo>
                  <a:lnTo>
                    <a:pt x="405003" y="688771"/>
                  </a:lnTo>
                  <a:lnTo>
                    <a:pt x="434848" y="656691"/>
                  </a:lnTo>
                  <a:lnTo>
                    <a:pt x="453224" y="618210"/>
                  </a:lnTo>
                  <a:lnTo>
                    <a:pt x="459524" y="573595"/>
                  </a:lnTo>
                  <a:close/>
                </a:path>
                <a:path w="5497830" h="870585">
                  <a:moveTo>
                    <a:pt x="544614" y="747890"/>
                  </a:moveTo>
                  <a:lnTo>
                    <a:pt x="341503" y="747890"/>
                  </a:lnTo>
                  <a:lnTo>
                    <a:pt x="341503" y="774306"/>
                  </a:lnTo>
                  <a:lnTo>
                    <a:pt x="512025" y="774306"/>
                  </a:lnTo>
                  <a:lnTo>
                    <a:pt x="512025" y="862139"/>
                  </a:lnTo>
                  <a:lnTo>
                    <a:pt x="544614" y="862139"/>
                  </a:lnTo>
                  <a:lnTo>
                    <a:pt x="544614" y="747890"/>
                  </a:lnTo>
                  <a:close/>
                </a:path>
                <a:path w="5497830" h="870585">
                  <a:moveTo>
                    <a:pt x="549414" y="113220"/>
                  </a:moveTo>
                  <a:lnTo>
                    <a:pt x="373748" y="113220"/>
                  </a:lnTo>
                  <a:lnTo>
                    <a:pt x="373748" y="43916"/>
                  </a:lnTo>
                  <a:lnTo>
                    <a:pt x="545642" y="43916"/>
                  </a:lnTo>
                  <a:lnTo>
                    <a:pt x="545642" y="17500"/>
                  </a:lnTo>
                  <a:lnTo>
                    <a:pt x="340817" y="17500"/>
                  </a:lnTo>
                  <a:lnTo>
                    <a:pt x="340817" y="138950"/>
                  </a:lnTo>
                  <a:lnTo>
                    <a:pt x="549414" y="138950"/>
                  </a:lnTo>
                  <a:lnTo>
                    <a:pt x="549414" y="113220"/>
                  </a:lnTo>
                  <a:close/>
                </a:path>
                <a:path w="5497830" h="870585">
                  <a:moveTo>
                    <a:pt x="584073" y="176352"/>
                  </a:moveTo>
                  <a:lnTo>
                    <a:pt x="302729" y="176352"/>
                  </a:lnTo>
                  <a:lnTo>
                    <a:pt x="302729" y="202768"/>
                  </a:lnTo>
                  <a:lnTo>
                    <a:pt x="426593" y="202768"/>
                  </a:lnTo>
                  <a:lnTo>
                    <a:pt x="426593" y="306730"/>
                  </a:lnTo>
                  <a:lnTo>
                    <a:pt x="458495" y="306730"/>
                  </a:lnTo>
                  <a:lnTo>
                    <a:pt x="458495" y="202768"/>
                  </a:lnTo>
                  <a:lnTo>
                    <a:pt x="584073" y="202768"/>
                  </a:lnTo>
                  <a:lnTo>
                    <a:pt x="584073" y="176352"/>
                  </a:lnTo>
                  <a:close/>
                </a:path>
                <a:path w="5497830" h="870585">
                  <a:moveTo>
                    <a:pt x="589216" y="630555"/>
                  </a:moveTo>
                  <a:lnTo>
                    <a:pt x="544614" y="630555"/>
                  </a:lnTo>
                  <a:lnTo>
                    <a:pt x="544614" y="554736"/>
                  </a:lnTo>
                  <a:lnTo>
                    <a:pt x="512025" y="554736"/>
                  </a:lnTo>
                  <a:lnTo>
                    <a:pt x="512025" y="734517"/>
                  </a:lnTo>
                  <a:lnTo>
                    <a:pt x="544614" y="734517"/>
                  </a:lnTo>
                  <a:lnTo>
                    <a:pt x="544614" y="657999"/>
                  </a:lnTo>
                  <a:lnTo>
                    <a:pt x="589216" y="657999"/>
                  </a:lnTo>
                  <a:lnTo>
                    <a:pt x="589216" y="630555"/>
                  </a:lnTo>
                  <a:close/>
                </a:path>
                <a:path w="5497830" h="870585">
                  <a:moveTo>
                    <a:pt x="854341" y="633984"/>
                  </a:moveTo>
                  <a:lnTo>
                    <a:pt x="848118" y="606323"/>
                  </a:lnTo>
                  <a:lnTo>
                    <a:pt x="837387" y="592467"/>
                  </a:lnTo>
                  <a:lnTo>
                    <a:pt x="831265" y="584581"/>
                  </a:lnTo>
                  <a:lnTo>
                    <a:pt x="822782" y="579831"/>
                  </a:lnTo>
                  <a:lnTo>
                    <a:pt x="822782" y="633984"/>
                  </a:lnTo>
                  <a:lnTo>
                    <a:pt x="819073" y="651294"/>
                  </a:lnTo>
                  <a:lnTo>
                    <a:pt x="808799" y="664603"/>
                  </a:lnTo>
                  <a:lnTo>
                    <a:pt x="793254" y="673163"/>
                  </a:lnTo>
                  <a:lnTo>
                    <a:pt x="773722" y="676186"/>
                  </a:lnTo>
                  <a:lnTo>
                    <a:pt x="753986" y="673163"/>
                  </a:lnTo>
                  <a:lnTo>
                    <a:pt x="738378" y="664603"/>
                  </a:lnTo>
                  <a:lnTo>
                    <a:pt x="728167" y="651294"/>
                  </a:lnTo>
                  <a:lnTo>
                    <a:pt x="724649" y="633984"/>
                  </a:lnTo>
                  <a:lnTo>
                    <a:pt x="728167" y="616889"/>
                  </a:lnTo>
                  <a:lnTo>
                    <a:pt x="738378" y="603707"/>
                  </a:lnTo>
                  <a:lnTo>
                    <a:pt x="753986" y="595287"/>
                  </a:lnTo>
                  <a:lnTo>
                    <a:pt x="773722" y="592467"/>
                  </a:lnTo>
                  <a:lnTo>
                    <a:pt x="793254" y="595287"/>
                  </a:lnTo>
                  <a:lnTo>
                    <a:pt x="808799" y="603707"/>
                  </a:lnTo>
                  <a:lnTo>
                    <a:pt x="819073" y="616889"/>
                  </a:lnTo>
                  <a:lnTo>
                    <a:pt x="822782" y="633984"/>
                  </a:lnTo>
                  <a:lnTo>
                    <a:pt x="822782" y="579831"/>
                  </a:lnTo>
                  <a:lnTo>
                    <a:pt x="805802" y="570293"/>
                  </a:lnTo>
                  <a:lnTo>
                    <a:pt x="773722" y="565023"/>
                  </a:lnTo>
                  <a:lnTo>
                    <a:pt x="741375" y="570293"/>
                  </a:lnTo>
                  <a:lnTo>
                    <a:pt x="715733" y="584581"/>
                  </a:lnTo>
                  <a:lnTo>
                    <a:pt x="698842" y="606323"/>
                  </a:lnTo>
                  <a:lnTo>
                    <a:pt x="692746" y="633984"/>
                  </a:lnTo>
                  <a:lnTo>
                    <a:pt x="698842" y="661784"/>
                  </a:lnTo>
                  <a:lnTo>
                    <a:pt x="715733" y="683475"/>
                  </a:lnTo>
                  <a:lnTo>
                    <a:pt x="741375" y="697572"/>
                  </a:lnTo>
                  <a:lnTo>
                    <a:pt x="773722" y="702602"/>
                  </a:lnTo>
                  <a:lnTo>
                    <a:pt x="805802" y="697572"/>
                  </a:lnTo>
                  <a:lnTo>
                    <a:pt x="831265" y="683475"/>
                  </a:lnTo>
                  <a:lnTo>
                    <a:pt x="836930" y="676186"/>
                  </a:lnTo>
                  <a:lnTo>
                    <a:pt x="848118" y="661784"/>
                  </a:lnTo>
                  <a:lnTo>
                    <a:pt x="854341" y="633984"/>
                  </a:lnTo>
                  <a:close/>
                </a:path>
                <a:path w="5497830" h="870585">
                  <a:moveTo>
                    <a:pt x="880757" y="215468"/>
                  </a:moveTo>
                  <a:lnTo>
                    <a:pt x="848131" y="194652"/>
                  </a:lnTo>
                  <a:lnTo>
                    <a:pt x="822528" y="164731"/>
                  </a:lnTo>
                  <a:lnTo>
                    <a:pt x="805789" y="128955"/>
                  </a:lnTo>
                  <a:lnTo>
                    <a:pt x="799795" y="90576"/>
                  </a:lnTo>
                  <a:lnTo>
                    <a:pt x="799795" y="57988"/>
                  </a:lnTo>
                  <a:lnTo>
                    <a:pt x="869784" y="57988"/>
                  </a:lnTo>
                  <a:lnTo>
                    <a:pt x="869784" y="30886"/>
                  </a:lnTo>
                  <a:lnTo>
                    <a:pt x="696518" y="30886"/>
                  </a:lnTo>
                  <a:lnTo>
                    <a:pt x="696518" y="57988"/>
                  </a:lnTo>
                  <a:lnTo>
                    <a:pt x="766851" y="57988"/>
                  </a:lnTo>
                  <a:lnTo>
                    <a:pt x="766851" y="90576"/>
                  </a:lnTo>
                  <a:lnTo>
                    <a:pt x="760577" y="130530"/>
                  </a:lnTo>
                  <a:lnTo>
                    <a:pt x="743610" y="168503"/>
                  </a:lnTo>
                  <a:lnTo>
                    <a:pt x="718032" y="200634"/>
                  </a:lnTo>
                  <a:lnTo>
                    <a:pt x="685888" y="223012"/>
                  </a:lnTo>
                  <a:lnTo>
                    <a:pt x="704761" y="248742"/>
                  </a:lnTo>
                  <a:lnTo>
                    <a:pt x="730135" y="232105"/>
                  </a:lnTo>
                  <a:lnTo>
                    <a:pt x="752246" y="209245"/>
                  </a:lnTo>
                  <a:lnTo>
                    <a:pt x="770343" y="181444"/>
                  </a:lnTo>
                  <a:lnTo>
                    <a:pt x="783666" y="149936"/>
                  </a:lnTo>
                  <a:lnTo>
                    <a:pt x="796963" y="179273"/>
                  </a:lnTo>
                  <a:lnTo>
                    <a:pt x="815060" y="204851"/>
                  </a:lnTo>
                  <a:lnTo>
                    <a:pt x="837272" y="225704"/>
                  </a:lnTo>
                  <a:lnTo>
                    <a:pt x="862926" y="240855"/>
                  </a:lnTo>
                  <a:lnTo>
                    <a:pt x="880757" y="215468"/>
                  </a:lnTo>
                  <a:close/>
                </a:path>
                <a:path w="5497830" h="870585">
                  <a:moveTo>
                    <a:pt x="941146" y="0"/>
                  </a:moveTo>
                  <a:lnTo>
                    <a:pt x="908558" y="0"/>
                  </a:lnTo>
                  <a:lnTo>
                    <a:pt x="908558" y="307416"/>
                  </a:lnTo>
                  <a:lnTo>
                    <a:pt x="941146" y="307416"/>
                  </a:lnTo>
                  <a:lnTo>
                    <a:pt x="941146" y="0"/>
                  </a:lnTo>
                  <a:close/>
                </a:path>
                <a:path w="5497830" h="870585">
                  <a:moveTo>
                    <a:pt x="941489" y="554736"/>
                  </a:moveTo>
                  <a:lnTo>
                    <a:pt x="908900" y="554736"/>
                  </a:lnTo>
                  <a:lnTo>
                    <a:pt x="908900" y="711187"/>
                  </a:lnTo>
                  <a:lnTo>
                    <a:pt x="941489" y="711187"/>
                  </a:lnTo>
                  <a:lnTo>
                    <a:pt x="941489" y="554736"/>
                  </a:lnTo>
                  <a:close/>
                </a:path>
                <a:path w="5497830" h="870585">
                  <a:moveTo>
                    <a:pt x="951788" y="832294"/>
                  </a:moveTo>
                  <a:lnTo>
                    <a:pt x="772007" y="832294"/>
                  </a:lnTo>
                  <a:lnTo>
                    <a:pt x="772007" y="802792"/>
                  </a:lnTo>
                  <a:lnTo>
                    <a:pt x="941489" y="802792"/>
                  </a:lnTo>
                  <a:lnTo>
                    <a:pt x="941489" y="725246"/>
                  </a:lnTo>
                  <a:lnTo>
                    <a:pt x="739406" y="725246"/>
                  </a:lnTo>
                  <a:lnTo>
                    <a:pt x="739406" y="751319"/>
                  </a:lnTo>
                  <a:lnTo>
                    <a:pt x="909243" y="751319"/>
                  </a:lnTo>
                  <a:lnTo>
                    <a:pt x="909243" y="778433"/>
                  </a:lnTo>
                  <a:lnTo>
                    <a:pt x="740435" y="778433"/>
                  </a:lnTo>
                  <a:lnTo>
                    <a:pt x="740435" y="858367"/>
                  </a:lnTo>
                  <a:lnTo>
                    <a:pt x="951788" y="858367"/>
                  </a:lnTo>
                  <a:lnTo>
                    <a:pt x="951788" y="832294"/>
                  </a:lnTo>
                  <a:close/>
                </a:path>
                <a:path w="5497830" h="870585">
                  <a:moveTo>
                    <a:pt x="1171498" y="701573"/>
                  </a:moveTo>
                  <a:lnTo>
                    <a:pt x="1140371" y="685939"/>
                  </a:lnTo>
                  <a:lnTo>
                    <a:pt x="1117066" y="664006"/>
                  </a:lnTo>
                  <a:lnTo>
                    <a:pt x="1115072" y="660400"/>
                  </a:lnTo>
                  <a:lnTo>
                    <a:pt x="1102448" y="637692"/>
                  </a:lnTo>
                  <a:lnTo>
                    <a:pt x="1097445" y="609282"/>
                  </a:lnTo>
                  <a:lnTo>
                    <a:pt x="1097381" y="602424"/>
                  </a:lnTo>
                  <a:lnTo>
                    <a:pt x="1163256" y="602424"/>
                  </a:lnTo>
                  <a:lnTo>
                    <a:pt x="1163256" y="576008"/>
                  </a:lnTo>
                  <a:lnTo>
                    <a:pt x="997546" y="576008"/>
                  </a:lnTo>
                  <a:lnTo>
                    <a:pt x="997546" y="602424"/>
                  </a:lnTo>
                  <a:lnTo>
                    <a:pt x="1064107" y="602424"/>
                  </a:lnTo>
                  <a:lnTo>
                    <a:pt x="1064107" y="609282"/>
                  </a:lnTo>
                  <a:lnTo>
                    <a:pt x="1058799" y="640626"/>
                  </a:lnTo>
                  <a:lnTo>
                    <a:pt x="1043559" y="669328"/>
                  </a:lnTo>
                  <a:lnTo>
                    <a:pt x="1019378" y="693140"/>
                  </a:lnTo>
                  <a:lnTo>
                    <a:pt x="987247" y="709803"/>
                  </a:lnTo>
                  <a:lnTo>
                    <a:pt x="1004404" y="735888"/>
                  </a:lnTo>
                  <a:lnTo>
                    <a:pt x="1030046" y="723290"/>
                  </a:lnTo>
                  <a:lnTo>
                    <a:pt x="1051687" y="706056"/>
                  </a:lnTo>
                  <a:lnTo>
                    <a:pt x="1068984" y="684860"/>
                  </a:lnTo>
                  <a:lnTo>
                    <a:pt x="1081608" y="660400"/>
                  </a:lnTo>
                  <a:lnTo>
                    <a:pt x="1093749" y="681977"/>
                  </a:lnTo>
                  <a:lnTo>
                    <a:pt x="1110170" y="700735"/>
                  </a:lnTo>
                  <a:lnTo>
                    <a:pt x="1130579" y="716051"/>
                  </a:lnTo>
                  <a:lnTo>
                    <a:pt x="1154684" y="727303"/>
                  </a:lnTo>
                  <a:lnTo>
                    <a:pt x="1171498" y="701573"/>
                  </a:lnTo>
                  <a:close/>
                </a:path>
                <a:path w="5497830" h="870585">
                  <a:moveTo>
                    <a:pt x="1181442" y="212039"/>
                  </a:moveTo>
                  <a:lnTo>
                    <a:pt x="1148575" y="190068"/>
                  </a:lnTo>
                  <a:lnTo>
                    <a:pt x="1122768" y="158254"/>
                  </a:lnTo>
                  <a:lnTo>
                    <a:pt x="1116736" y="144449"/>
                  </a:lnTo>
                  <a:lnTo>
                    <a:pt x="1105979" y="119888"/>
                  </a:lnTo>
                  <a:lnTo>
                    <a:pt x="1100124" y="78232"/>
                  </a:lnTo>
                  <a:lnTo>
                    <a:pt x="1100124" y="25730"/>
                  </a:lnTo>
                  <a:lnTo>
                    <a:pt x="1067193" y="25730"/>
                  </a:lnTo>
                  <a:lnTo>
                    <a:pt x="1067193" y="78232"/>
                  </a:lnTo>
                  <a:lnTo>
                    <a:pt x="1061123" y="121653"/>
                  </a:lnTo>
                  <a:lnTo>
                    <a:pt x="1044155" y="161594"/>
                  </a:lnTo>
                  <a:lnTo>
                    <a:pt x="1018120" y="194602"/>
                  </a:lnTo>
                  <a:lnTo>
                    <a:pt x="984846" y="217182"/>
                  </a:lnTo>
                  <a:lnTo>
                    <a:pt x="1004747" y="244627"/>
                  </a:lnTo>
                  <a:lnTo>
                    <a:pt x="1030719" y="227698"/>
                  </a:lnTo>
                  <a:lnTo>
                    <a:pt x="1052969" y="204635"/>
                  </a:lnTo>
                  <a:lnTo>
                    <a:pt x="1071016" y="176530"/>
                  </a:lnTo>
                  <a:lnTo>
                    <a:pt x="1084351" y="144449"/>
                  </a:lnTo>
                  <a:lnTo>
                    <a:pt x="1097495" y="174396"/>
                  </a:lnTo>
                  <a:lnTo>
                    <a:pt x="1115199" y="200558"/>
                  </a:lnTo>
                  <a:lnTo>
                    <a:pt x="1136865" y="222008"/>
                  </a:lnTo>
                  <a:lnTo>
                    <a:pt x="1161884" y="237769"/>
                  </a:lnTo>
                  <a:lnTo>
                    <a:pt x="1181442" y="212039"/>
                  </a:lnTo>
                  <a:close/>
                </a:path>
                <a:path w="5497830" h="870585">
                  <a:moveTo>
                    <a:pt x="1241831" y="0"/>
                  </a:moveTo>
                  <a:lnTo>
                    <a:pt x="1209230" y="0"/>
                  </a:lnTo>
                  <a:lnTo>
                    <a:pt x="1209230" y="308102"/>
                  </a:lnTo>
                  <a:lnTo>
                    <a:pt x="1241831" y="308102"/>
                  </a:lnTo>
                  <a:lnTo>
                    <a:pt x="1241831" y="0"/>
                  </a:lnTo>
                  <a:close/>
                </a:path>
                <a:path w="5497830" h="870585">
                  <a:moveTo>
                    <a:pt x="1243545" y="554736"/>
                  </a:moveTo>
                  <a:lnTo>
                    <a:pt x="1210945" y="554736"/>
                  </a:lnTo>
                  <a:lnTo>
                    <a:pt x="1210945" y="632955"/>
                  </a:lnTo>
                  <a:lnTo>
                    <a:pt x="1153655" y="632955"/>
                  </a:lnTo>
                  <a:lnTo>
                    <a:pt x="1153655" y="659714"/>
                  </a:lnTo>
                  <a:lnTo>
                    <a:pt x="1210945" y="659714"/>
                  </a:lnTo>
                  <a:lnTo>
                    <a:pt x="1210945" y="737603"/>
                  </a:lnTo>
                  <a:lnTo>
                    <a:pt x="1243545" y="737603"/>
                  </a:lnTo>
                  <a:lnTo>
                    <a:pt x="1243545" y="554736"/>
                  </a:lnTo>
                  <a:close/>
                </a:path>
                <a:path w="5497830" h="870585">
                  <a:moveTo>
                    <a:pt x="1244574" y="804164"/>
                  </a:moveTo>
                  <a:lnTo>
                    <a:pt x="1237513" y="780008"/>
                  </a:lnTo>
                  <a:lnTo>
                    <a:pt x="1237399" y="779614"/>
                  </a:lnTo>
                  <a:lnTo>
                    <a:pt x="1228293" y="771563"/>
                  </a:lnTo>
                  <a:lnTo>
                    <a:pt x="1216787" y="761403"/>
                  </a:lnTo>
                  <a:lnTo>
                    <a:pt x="1212316" y="759866"/>
                  </a:lnTo>
                  <a:lnTo>
                    <a:pt x="1212316" y="804164"/>
                  </a:lnTo>
                  <a:lnTo>
                    <a:pt x="1207439" y="817930"/>
                  </a:lnTo>
                  <a:lnTo>
                    <a:pt x="1193317" y="828128"/>
                  </a:lnTo>
                  <a:lnTo>
                    <a:pt x="1170774" y="834415"/>
                  </a:lnTo>
                  <a:lnTo>
                    <a:pt x="1140612" y="836409"/>
                  </a:lnTo>
                  <a:lnTo>
                    <a:pt x="1110449" y="834415"/>
                  </a:lnTo>
                  <a:lnTo>
                    <a:pt x="1087907" y="828128"/>
                  </a:lnTo>
                  <a:lnTo>
                    <a:pt x="1073797" y="817930"/>
                  </a:lnTo>
                  <a:lnTo>
                    <a:pt x="1068908" y="804164"/>
                  </a:lnTo>
                  <a:lnTo>
                    <a:pt x="1073797" y="790232"/>
                  </a:lnTo>
                  <a:lnTo>
                    <a:pt x="1087907" y="780008"/>
                  </a:lnTo>
                  <a:lnTo>
                    <a:pt x="1110449" y="773722"/>
                  </a:lnTo>
                  <a:lnTo>
                    <a:pt x="1140612" y="771563"/>
                  </a:lnTo>
                  <a:lnTo>
                    <a:pt x="1170774" y="773722"/>
                  </a:lnTo>
                  <a:lnTo>
                    <a:pt x="1193317" y="780008"/>
                  </a:lnTo>
                  <a:lnTo>
                    <a:pt x="1207439" y="790232"/>
                  </a:lnTo>
                  <a:lnTo>
                    <a:pt x="1212316" y="804164"/>
                  </a:lnTo>
                  <a:lnTo>
                    <a:pt x="1212316" y="759866"/>
                  </a:lnTo>
                  <a:lnTo>
                    <a:pt x="1184071" y="750074"/>
                  </a:lnTo>
                  <a:lnTo>
                    <a:pt x="1140612" y="746175"/>
                  </a:lnTo>
                  <a:lnTo>
                    <a:pt x="1097114" y="750074"/>
                  </a:lnTo>
                  <a:lnTo>
                    <a:pt x="1064323" y="761403"/>
                  </a:lnTo>
                  <a:lnTo>
                    <a:pt x="1043686" y="779614"/>
                  </a:lnTo>
                  <a:lnTo>
                    <a:pt x="1036662" y="804164"/>
                  </a:lnTo>
                  <a:lnTo>
                    <a:pt x="1043686" y="828662"/>
                  </a:lnTo>
                  <a:lnTo>
                    <a:pt x="1064323" y="846785"/>
                  </a:lnTo>
                  <a:lnTo>
                    <a:pt x="1097114" y="858100"/>
                  </a:lnTo>
                  <a:lnTo>
                    <a:pt x="1140612" y="862139"/>
                  </a:lnTo>
                  <a:lnTo>
                    <a:pt x="1184071" y="858100"/>
                  </a:lnTo>
                  <a:lnTo>
                    <a:pt x="1216787" y="846785"/>
                  </a:lnTo>
                  <a:lnTo>
                    <a:pt x="1228585" y="836409"/>
                  </a:lnTo>
                  <a:lnTo>
                    <a:pt x="1237399" y="828662"/>
                  </a:lnTo>
                  <a:lnTo>
                    <a:pt x="1244574" y="804164"/>
                  </a:lnTo>
                  <a:close/>
                </a:path>
                <a:path w="5497830" h="870585">
                  <a:moveTo>
                    <a:pt x="1471828" y="95046"/>
                  </a:moveTo>
                  <a:lnTo>
                    <a:pt x="1465453" y="65341"/>
                  </a:lnTo>
                  <a:lnTo>
                    <a:pt x="1454048" y="50101"/>
                  </a:lnTo>
                  <a:lnTo>
                    <a:pt x="1448117" y="42164"/>
                  </a:lnTo>
                  <a:lnTo>
                    <a:pt x="1439926" y="37515"/>
                  </a:lnTo>
                  <a:lnTo>
                    <a:pt x="1439926" y="95046"/>
                  </a:lnTo>
                  <a:lnTo>
                    <a:pt x="1436027" y="113499"/>
                  </a:lnTo>
                  <a:lnTo>
                    <a:pt x="1425206" y="127673"/>
                  </a:lnTo>
                  <a:lnTo>
                    <a:pt x="1408798" y="136779"/>
                  </a:lnTo>
                  <a:lnTo>
                    <a:pt x="1388110" y="139992"/>
                  </a:lnTo>
                  <a:lnTo>
                    <a:pt x="1367434" y="136779"/>
                  </a:lnTo>
                  <a:lnTo>
                    <a:pt x="1351064" y="127673"/>
                  </a:lnTo>
                  <a:lnTo>
                    <a:pt x="1340345" y="113499"/>
                  </a:lnTo>
                  <a:lnTo>
                    <a:pt x="1336649" y="95046"/>
                  </a:lnTo>
                  <a:lnTo>
                    <a:pt x="1340345" y="76581"/>
                  </a:lnTo>
                  <a:lnTo>
                    <a:pt x="1351064" y="62407"/>
                  </a:lnTo>
                  <a:lnTo>
                    <a:pt x="1367434" y="53301"/>
                  </a:lnTo>
                  <a:lnTo>
                    <a:pt x="1388110" y="50101"/>
                  </a:lnTo>
                  <a:lnTo>
                    <a:pt x="1408798" y="53301"/>
                  </a:lnTo>
                  <a:lnTo>
                    <a:pt x="1425206" y="62407"/>
                  </a:lnTo>
                  <a:lnTo>
                    <a:pt x="1436027" y="76581"/>
                  </a:lnTo>
                  <a:lnTo>
                    <a:pt x="1439926" y="95046"/>
                  </a:lnTo>
                  <a:lnTo>
                    <a:pt x="1439926" y="37515"/>
                  </a:lnTo>
                  <a:lnTo>
                    <a:pt x="1421701" y="27152"/>
                  </a:lnTo>
                  <a:lnTo>
                    <a:pt x="1388110" y="21958"/>
                  </a:lnTo>
                  <a:lnTo>
                    <a:pt x="1354582" y="27152"/>
                  </a:lnTo>
                  <a:lnTo>
                    <a:pt x="1327988" y="42164"/>
                  </a:lnTo>
                  <a:lnTo>
                    <a:pt x="1310538" y="65341"/>
                  </a:lnTo>
                  <a:lnTo>
                    <a:pt x="1304404" y="95046"/>
                  </a:lnTo>
                  <a:lnTo>
                    <a:pt x="1310538" y="124752"/>
                  </a:lnTo>
                  <a:lnTo>
                    <a:pt x="1327988" y="147967"/>
                  </a:lnTo>
                  <a:lnTo>
                    <a:pt x="1354582" y="163068"/>
                  </a:lnTo>
                  <a:lnTo>
                    <a:pt x="1388110" y="168465"/>
                  </a:lnTo>
                  <a:lnTo>
                    <a:pt x="1421701" y="163068"/>
                  </a:lnTo>
                  <a:lnTo>
                    <a:pt x="1448117" y="147967"/>
                  </a:lnTo>
                  <a:lnTo>
                    <a:pt x="1454073" y="139992"/>
                  </a:lnTo>
                  <a:lnTo>
                    <a:pt x="1465453" y="124752"/>
                  </a:lnTo>
                  <a:lnTo>
                    <a:pt x="1471828" y="95046"/>
                  </a:lnTo>
                  <a:close/>
                </a:path>
                <a:path w="5497830" h="870585">
                  <a:moveTo>
                    <a:pt x="1492758" y="228155"/>
                  </a:moveTo>
                  <a:lnTo>
                    <a:pt x="1490357" y="204482"/>
                  </a:lnTo>
                  <a:lnTo>
                    <a:pt x="1438490" y="210146"/>
                  </a:lnTo>
                  <a:lnTo>
                    <a:pt x="1385760" y="213233"/>
                  </a:lnTo>
                  <a:lnTo>
                    <a:pt x="1335138" y="214528"/>
                  </a:lnTo>
                  <a:lnTo>
                    <a:pt x="1289646" y="214782"/>
                  </a:lnTo>
                  <a:lnTo>
                    <a:pt x="1293723" y="241617"/>
                  </a:lnTo>
                  <a:lnTo>
                    <a:pt x="1293761" y="241884"/>
                  </a:lnTo>
                  <a:lnTo>
                    <a:pt x="1338224" y="241617"/>
                  </a:lnTo>
                  <a:lnTo>
                    <a:pt x="1387729" y="240042"/>
                  </a:lnTo>
                  <a:lnTo>
                    <a:pt x="1440002" y="235953"/>
                  </a:lnTo>
                  <a:lnTo>
                    <a:pt x="1492758" y="228155"/>
                  </a:lnTo>
                  <a:close/>
                </a:path>
                <a:path w="5497830" h="870585">
                  <a:moveTo>
                    <a:pt x="1542161" y="0"/>
                  </a:moveTo>
                  <a:lnTo>
                    <a:pt x="1509572" y="0"/>
                  </a:lnTo>
                  <a:lnTo>
                    <a:pt x="1509572" y="308102"/>
                  </a:lnTo>
                  <a:lnTo>
                    <a:pt x="1542161" y="308102"/>
                  </a:lnTo>
                  <a:lnTo>
                    <a:pt x="1542161" y="0"/>
                  </a:lnTo>
                  <a:close/>
                </a:path>
                <a:path w="5497830" h="870585">
                  <a:moveTo>
                    <a:pt x="1569262" y="799007"/>
                  </a:moveTo>
                  <a:lnTo>
                    <a:pt x="1492072" y="799007"/>
                  </a:lnTo>
                  <a:lnTo>
                    <a:pt x="1492072" y="730732"/>
                  </a:lnTo>
                  <a:lnTo>
                    <a:pt x="1542503" y="730732"/>
                  </a:lnTo>
                  <a:lnTo>
                    <a:pt x="1542503" y="704316"/>
                  </a:lnTo>
                  <a:lnTo>
                    <a:pt x="1496529" y="704316"/>
                  </a:lnTo>
                  <a:lnTo>
                    <a:pt x="1496529" y="608596"/>
                  </a:lnTo>
                  <a:lnTo>
                    <a:pt x="1543532" y="608596"/>
                  </a:lnTo>
                  <a:lnTo>
                    <a:pt x="1543532" y="581837"/>
                  </a:lnTo>
                  <a:lnTo>
                    <a:pt x="1464627" y="581837"/>
                  </a:lnTo>
                  <a:lnTo>
                    <a:pt x="1464627" y="608596"/>
                  </a:lnTo>
                  <a:lnTo>
                    <a:pt x="1464627" y="704316"/>
                  </a:lnTo>
                  <a:lnTo>
                    <a:pt x="1459484" y="704316"/>
                  </a:lnTo>
                  <a:lnTo>
                    <a:pt x="1459484" y="730732"/>
                  </a:lnTo>
                  <a:lnTo>
                    <a:pt x="1459484" y="799007"/>
                  </a:lnTo>
                  <a:lnTo>
                    <a:pt x="1396009" y="799007"/>
                  </a:lnTo>
                  <a:lnTo>
                    <a:pt x="1396009" y="730732"/>
                  </a:lnTo>
                  <a:lnTo>
                    <a:pt x="1459484" y="730732"/>
                  </a:lnTo>
                  <a:lnTo>
                    <a:pt x="1459484" y="704316"/>
                  </a:lnTo>
                  <a:lnTo>
                    <a:pt x="1390865" y="704316"/>
                  </a:lnTo>
                  <a:lnTo>
                    <a:pt x="1390865" y="608596"/>
                  </a:lnTo>
                  <a:lnTo>
                    <a:pt x="1464627" y="608596"/>
                  </a:lnTo>
                  <a:lnTo>
                    <a:pt x="1464627" y="581837"/>
                  </a:lnTo>
                  <a:lnTo>
                    <a:pt x="1311948" y="581837"/>
                  </a:lnTo>
                  <a:lnTo>
                    <a:pt x="1311948" y="608596"/>
                  </a:lnTo>
                  <a:lnTo>
                    <a:pt x="1358607" y="608596"/>
                  </a:lnTo>
                  <a:lnTo>
                    <a:pt x="1358607" y="704316"/>
                  </a:lnTo>
                  <a:lnTo>
                    <a:pt x="1312633" y="704316"/>
                  </a:lnTo>
                  <a:lnTo>
                    <a:pt x="1312633" y="730732"/>
                  </a:lnTo>
                  <a:lnTo>
                    <a:pt x="1363408" y="730732"/>
                  </a:lnTo>
                  <a:lnTo>
                    <a:pt x="1363408" y="799007"/>
                  </a:lnTo>
                  <a:lnTo>
                    <a:pt x="1287932" y="799007"/>
                  </a:lnTo>
                  <a:lnTo>
                    <a:pt x="1287932" y="825779"/>
                  </a:lnTo>
                  <a:lnTo>
                    <a:pt x="1569262" y="825779"/>
                  </a:lnTo>
                  <a:lnTo>
                    <a:pt x="1569262" y="799007"/>
                  </a:lnTo>
                  <a:close/>
                </a:path>
                <a:path w="5497830" h="870585">
                  <a:moveTo>
                    <a:pt x="1777098" y="572909"/>
                  </a:moveTo>
                  <a:lnTo>
                    <a:pt x="1744510" y="572909"/>
                  </a:lnTo>
                  <a:lnTo>
                    <a:pt x="1664563" y="870381"/>
                  </a:lnTo>
                  <a:lnTo>
                    <a:pt x="1697164" y="870381"/>
                  </a:lnTo>
                  <a:lnTo>
                    <a:pt x="1777098" y="572909"/>
                  </a:lnTo>
                  <a:close/>
                </a:path>
                <a:path w="5497830" h="870585">
                  <a:moveTo>
                    <a:pt x="1917077" y="16471"/>
                  </a:moveTo>
                  <a:lnTo>
                    <a:pt x="1884489" y="16471"/>
                  </a:lnTo>
                  <a:lnTo>
                    <a:pt x="1884489" y="42545"/>
                  </a:lnTo>
                  <a:lnTo>
                    <a:pt x="1884489" y="111848"/>
                  </a:lnTo>
                  <a:lnTo>
                    <a:pt x="1738325" y="111848"/>
                  </a:lnTo>
                  <a:lnTo>
                    <a:pt x="1738325" y="42545"/>
                  </a:lnTo>
                  <a:lnTo>
                    <a:pt x="1884489" y="42545"/>
                  </a:lnTo>
                  <a:lnTo>
                    <a:pt x="1884489" y="16471"/>
                  </a:lnTo>
                  <a:lnTo>
                    <a:pt x="1706422" y="16471"/>
                  </a:lnTo>
                  <a:lnTo>
                    <a:pt x="1706422" y="137236"/>
                  </a:lnTo>
                  <a:lnTo>
                    <a:pt x="1917077" y="137236"/>
                  </a:lnTo>
                  <a:lnTo>
                    <a:pt x="1917077" y="111848"/>
                  </a:lnTo>
                  <a:lnTo>
                    <a:pt x="1917077" y="42545"/>
                  </a:lnTo>
                  <a:lnTo>
                    <a:pt x="1917077" y="16471"/>
                  </a:lnTo>
                  <a:close/>
                </a:path>
                <a:path w="5497830" h="870585">
                  <a:moveTo>
                    <a:pt x="1952421" y="176352"/>
                  </a:moveTo>
                  <a:lnTo>
                    <a:pt x="1671078" y="176352"/>
                  </a:lnTo>
                  <a:lnTo>
                    <a:pt x="1671078" y="202768"/>
                  </a:lnTo>
                  <a:lnTo>
                    <a:pt x="1794941" y="202768"/>
                  </a:lnTo>
                  <a:lnTo>
                    <a:pt x="1794941" y="307073"/>
                  </a:lnTo>
                  <a:lnTo>
                    <a:pt x="1826844" y="307073"/>
                  </a:lnTo>
                  <a:lnTo>
                    <a:pt x="1826844" y="202768"/>
                  </a:lnTo>
                  <a:lnTo>
                    <a:pt x="1952421" y="202768"/>
                  </a:lnTo>
                  <a:lnTo>
                    <a:pt x="1952421" y="176352"/>
                  </a:lnTo>
                  <a:close/>
                </a:path>
                <a:path w="5497830" h="870585">
                  <a:moveTo>
                    <a:pt x="2116683" y="585952"/>
                  </a:moveTo>
                  <a:lnTo>
                    <a:pt x="1903272" y="585952"/>
                  </a:lnTo>
                  <a:lnTo>
                    <a:pt x="1903272" y="612711"/>
                  </a:lnTo>
                  <a:lnTo>
                    <a:pt x="2084425" y="612711"/>
                  </a:lnTo>
                  <a:lnTo>
                    <a:pt x="2084425" y="618883"/>
                  </a:lnTo>
                  <a:lnTo>
                    <a:pt x="2084235" y="649338"/>
                  </a:lnTo>
                  <a:lnTo>
                    <a:pt x="2082888" y="683133"/>
                  </a:lnTo>
                  <a:lnTo>
                    <a:pt x="2079218" y="721169"/>
                  </a:lnTo>
                  <a:lnTo>
                    <a:pt x="2072081" y="764362"/>
                  </a:lnTo>
                  <a:lnTo>
                    <a:pt x="2105355" y="767448"/>
                  </a:lnTo>
                  <a:lnTo>
                    <a:pt x="2111908" y="722185"/>
                  </a:lnTo>
                  <a:lnTo>
                    <a:pt x="2115261" y="683514"/>
                  </a:lnTo>
                  <a:lnTo>
                    <a:pt x="2116505" y="649681"/>
                  </a:lnTo>
                  <a:lnTo>
                    <a:pt x="2116683" y="618883"/>
                  </a:lnTo>
                  <a:lnTo>
                    <a:pt x="2116683" y="585952"/>
                  </a:lnTo>
                  <a:close/>
                </a:path>
                <a:path w="5497830" h="870585">
                  <a:moveTo>
                    <a:pt x="2138502" y="135178"/>
                  </a:moveTo>
                  <a:lnTo>
                    <a:pt x="2133092" y="111353"/>
                  </a:lnTo>
                  <a:lnTo>
                    <a:pt x="2125510" y="102247"/>
                  </a:lnTo>
                  <a:lnTo>
                    <a:pt x="2117877" y="93065"/>
                  </a:lnTo>
                  <a:lnTo>
                    <a:pt x="2107971" y="88138"/>
                  </a:lnTo>
                  <a:lnTo>
                    <a:pt x="2107971" y="135178"/>
                  </a:lnTo>
                  <a:lnTo>
                    <a:pt x="2104631" y="148615"/>
                  </a:lnTo>
                  <a:lnTo>
                    <a:pt x="2095665" y="158775"/>
                  </a:lnTo>
                  <a:lnTo>
                    <a:pt x="2081872" y="165188"/>
                  </a:lnTo>
                  <a:lnTo>
                    <a:pt x="2064054" y="167436"/>
                  </a:lnTo>
                  <a:lnTo>
                    <a:pt x="2046249" y="165188"/>
                  </a:lnTo>
                  <a:lnTo>
                    <a:pt x="2032533" y="158775"/>
                  </a:lnTo>
                  <a:lnTo>
                    <a:pt x="2023770" y="148615"/>
                  </a:lnTo>
                  <a:lnTo>
                    <a:pt x="2020824" y="135178"/>
                  </a:lnTo>
                  <a:lnTo>
                    <a:pt x="2023770" y="121500"/>
                  </a:lnTo>
                  <a:lnTo>
                    <a:pt x="2032533" y="111125"/>
                  </a:lnTo>
                  <a:lnTo>
                    <a:pt x="2046249" y="104546"/>
                  </a:lnTo>
                  <a:lnTo>
                    <a:pt x="2064054" y="102247"/>
                  </a:lnTo>
                  <a:lnTo>
                    <a:pt x="2081872" y="104546"/>
                  </a:lnTo>
                  <a:lnTo>
                    <a:pt x="2095665" y="111125"/>
                  </a:lnTo>
                  <a:lnTo>
                    <a:pt x="2104631" y="121500"/>
                  </a:lnTo>
                  <a:lnTo>
                    <a:pt x="2107971" y="135178"/>
                  </a:lnTo>
                  <a:lnTo>
                    <a:pt x="2107971" y="88138"/>
                  </a:lnTo>
                  <a:lnTo>
                    <a:pt x="2094357" y="81343"/>
                  </a:lnTo>
                  <a:lnTo>
                    <a:pt x="2064054" y="77203"/>
                  </a:lnTo>
                  <a:lnTo>
                    <a:pt x="2033549" y="81343"/>
                  </a:lnTo>
                  <a:lnTo>
                    <a:pt x="2009927" y="93065"/>
                  </a:lnTo>
                  <a:lnTo>
                    <a:pt x="1994674" y="111353"/>
                  </a:lnTo>
                  <a:lnTo>
                    <a:pt x="1989264" y="135178"/>
                  </a:lnTo>
                  <a:lnTo>
                    <a:pt x="1994636" y="158775"/>
                  </a:lnTo>
                  <a:lnTo>
                    <a:pt x="1994674" y="158953"/>
                  </a:lnTo>
                  <a:lnTo>
                    <a:pt x="2009927" y="177126"/>
                  </a:lnTo>
                  <a:lnTo>
                    <a:pt x="2033549" y="188734"/>
                  </a:lnTo>
                  <a:lnTo>
                    <a:pt x="2064054" y="192824"/>
                  </a:lnTo>
                  <a:lnTo>
                    <a:pt x="2094357" y="188734"/>
                  </a:lnTo>
                  <a:lnTo>
                    <a:pt x="2117877" y="177126"/>
                  </a:lnTo>
                  <a:lnTo>
                    <a:pt x="2125992" y="167436"/>
                  </a:lnTo>
                  <a:lnTo>
                    <a:pt x="2133092" y="158953"/>
                  </a:lnTo>
                  <a:lnTo>
                    <a:pt x="2138502" y="135178"/>
                  </a:lnTo>
                  <a:close/>
                </a:path>
                <a:path w="5497830" h="870585">
                  <a:moveTo>
                    <a:pt x="2153386" y="791464"/>
                  </a:moveTo>
                  <a:lnTo>
                    <a:pt x="1873084" y="791464"/>
                  </a:lnTo>
                  <a:lnTo>
                    <a:pt x="1873084" y="818565"/>
                  </a:lnTo>
                  <a:lnTo>
                    <a:pt x="2153386" y="818565"/>
                  </a:lnTo>
                  <a:lnTo>
                    <a:pt x="2153386" y="791464"/>
                  </a:lnTo>
                  <a:close/>
                </a:path>
                <a:path w="5497830" h="870585">
                  <a:moveTo>
                    <a:pt x="2155660" y="36029"/>
                  </a:moveTo>
                  <a:lnTo>
                    <a:pt x="2080526" y="36029"/>
                  </a:lnTo>
                  <a:lnTo>
                    <a:pt x="2080526" y="0"/>
                  </a:lnTo>
                  <a:lnTo>
                    <a:pt x="2047925" y="0"/>
                  </a:lnTo>
                  <a:lnTo>
                    <a:pt x="2047925" y="36029"/>
                  </a:lnTo>
                  <a:lnTo>
                    <a:pt x="1972449" y="36029"/>
                  </a:lnTo>
                  <a:lnTo>
                    <a:pt x="1972449" y="62445"/>
                  </a:lnTo>
                  <a:lnTo>
                    <a:pt x="2155660" y="62445"/>
                  </a:lnTo>
                  <a:lnTo>
                    <a:pt x="2155660" y="36029"/>
                  </a:lnTo>
                  <a:close/>
                </a:path>
                <a:path w="5497830" h="870585">
                  <a:moveTo>
                    <a:pt x="2226678" y="274485"/>
                  </a:moveTo>
                  <a:lnTo>
                    <a:pt x="2051367" y="274485"/>
                  </a:lnTo>
                  <a:lnTo>
                    <a:pt x="2051367" y="212039"/>
                  </a:lnTo>
                  <a:lnTo>
                    <a:pt x="2018766" y="212039"/>
                  </a:lnTo>
                  <a:lnTo>
                    <a:pt x="2018766" y="300901"/>
                  </a:lnTo>
                  <a:lnTo>
                    <a:pt x="2226678" y="300901"/>
                  </a:lnTo>
                  <a:lnTo>
                    <a:pt x="2226678" y="274485"/>
                  </a:lnTo>
                  <a:close/>
                </a:path>
                <a:path w="5497830" h="870585">
                  <a:moveTo>
                    <a:pt x="2258250" y="99161"/>
                  </a:moveTo>
                  <a:lnTo>
                    <a:pt x="2213648" y="99161"/>
                  </a:lnTo>
                  <a:lnTo>
                    <a:pt x="2213648" y="342"/>
                  </a:lnTo>
                  <a:lnTo>
                    <a:pt x="2181047" y="342"/>
                  </a:lnTo>
                  <a:lnTo>
                    <a:pt x="2181047" y="230225"/>
                  </a:lnTo>
                  <a:lnTo>
                    <a:pt x="2213648" y="230225"/>
                  </a:lnTo>
                  <a:lnTo>
                    <a:pt x="2213648" y="126263"/>
                  </a:lnTo>
                  <a:lnTo>
                    <a:pt x="2258250" y="126263"/>
                  </a:lnTo>
                  <a:lnTo>
                    <a:pt x="2258250" y="99161"/>
                  </a:lnTo>
                  <a:close/>
                </a:path>
                <a:path w="5497830" h="870585">
                  <a:moveTo>
                    <a:pt x="2365895" y="714273"/>
                  </a:moveTo>
                  <a:lnTo>
                    <a:pt x="2363203" y="696772"/>
                  </a:lnTo>
                  <a:lnTo>
                    <a:pt x="2361781" y="687501"/>
                  </a:lnTo>
                  <a:lnTo>
                    <a:pt x="2327770" y="692162"/>
                  </a:lnTo>
                  <a:lnTo>
                    <a:pt x="2294420" y="695032"/>
                  </a:lnTo>
                  <a:lnTo>
                    <a:pt x="2259761" y="696455"/>
                  </a:lnTo>
                  <a:lnTo>
                    <a:pt x="2221788" y="696772"/>
                  </a:lnTo>
                  <a:lnTo>
                    <a:pt x="2221788" y="659714"/>
                  </a:lnTo>
                  <a:lnTo>
                    <a:pt x="2330551" y="659714"/>
                  </a:lnTo>
                  <a:lnTo>
                    <a:pt x="2330551" y="573252"/>
                  </a:lnTo>
                  <a:lnTo>
                    <a:pt x="2189200" y="573252"/>
                  </a:lnTo>
                  <a:lnTo>
                    <a:pt x="2189200" y="599338"/>
                  </a:lnTo>
                  <a:lnTo>
                    <a:pt x="2298306" y="599338"/>
                  </a:lnTo>
                  <a:lnTo>
                    <a:pt x="2298306" y="634326"/>
                  </a:lnTo>
                  <a:lnTo>
                    <a:pt x="2189886" y="634326"/>
                  </a:lnTo>
                  <a:lnTo>
                    <a:pt x="2189886" y="723531"/>
                  </a:lnTo>
                  <a:lnTo>
                    <a:pt x="2215616" y="723531"/>
                  </a:lnTo>
                  <a:lnTo>
                    <a:pt x="2256523" y="723341"/>
                  </a:lnTo>
                  <a:lnTo>
                    <a:pt x="2293721" y="721995"/>
                  </a:lnTo>
                  <a:lnTo>
                    <a:pt x="2329434" y="719099"/>
                  </a:lnTo>
                  <a:lnTo>
                    <a:pt x="2365895" y="714273"/>
                  </a:lnTo>
                  <a:close/>
                </a:path>
                <a:path w="5497830" h="870585">
                  <a:moveTo>
                    <a:pt x="2428684" y="752690"/>
                  </a:moveTo>
                  <a:lnTo>
                    <a:pt x="2396769" y="752690"/>
                  </a:lnTo>
                  <a:lnTo>
                    <a:pt x="2396769" y="778776"/>
                  </a:lnTo>
                  <a:lnTo>
                    <a:pt x="2396769" y="831951"/>
                  </a:lnTo>
                  <a:lnTo>
                    <a:pt x="2258847" y="831951"/>
                  </a:lnTo>
                  <a:lnTo>
                    <a:pt x="2258847" y="778776"/>
                  </a:lnTo>
                  <a:lnTo>
                    <a:pt x="2396769" y="778776"/>
                  </a:lnTo>
                  <a:lnTo>
                    <a:pt x="2396769" y="752690"/>
                  </a:lnTo>
                  <a:lnTo>
                    <a:pt x="2226602" y="752690"/>
                  </a:lnTo>
                  <a:lnTo>
                    <a:pt x="2226602" y="858367"/>
                  </a:lnTo>
                  <a:lnTo>
                    <a:pt x="2428684" y="858367"/>
                  </a:lnTo>
                  <a:lnTo>
                    <a:pt x="2428684" y="831951"/>
                  </a:lnTo>
                  <a:lnTo>
                    <a:pt x="2428684" y="778776"/>
                  </a:lnTo>
                  <a:lnTo>
                    <a:pt x="2428684" y="752690"/>
                  </a:lnTo>
                  <a:close/>
                </a:path>
                <a:path w="5497830" h="870585">
                  <a:moveTo>
                    <a:pt x="2428684" y="555078"/>
                  </a:moveTo>
                  <a:lnTo>
                    <a:pt x="2396083" y="555078"/>
                  </a:lnTo>
                  <a:lnTo>
                    <a:pt x="2396083" y="737260"/>
                  </a:lnTo>
                  <a:lnTo>
                    <a:pt x="2428684" y="737260"/>
                  </a:lnTo>
                  <a:lnTo>
                    <a:pt x="2428684" y="555078"/>
                  </a:lnTo>
                  <a:close/>
                </a:path>
                <a:path w="5497830" h="870585">
                  <a:moveTo>
                    <a:pt x="2512390" y="22301"/>
                  </a:moveTo>
                  <a:lnTo>
                    <a:pt x="2480145" y="22301"/>
                  </a:lnTo>
                  <a:lnTo>
                    <a:pt x="2480145" y="71361"/>
                  </a:lnTo>
                  <a:lnTo>
                    <a:pt x="2480145" y="97104"/>
                  </a:lnTo>
                  <a:lnTo>
                    <a:pt x="2480145" y="149250"/>
                  </a:lnTo>
                  <a:lnTo>
                    <a:pt x="2399512" y="149250"/>
                  </a:lnTo>
                  <a:lnTo>
                    <a:pt x="2399512" y="97104"/>
                  </a:lnTo>
                  <a:lnTo>
                    <a:pt x="2480145" y="97104"/>
                  </a:lnTo>
                  <a:lnTo>
                    <a:pt x="2480145" y="71361"/>
                  </a:lnTo>
                  <a:lnTo>
                    <a:pt x="2399512" y="71361"/>
                  </a:lnTo>
                  <a:lnTo>
                    <a:pt x="2399512" y="22301"/>
                  </a:lnTo>
                  <a:lnTo>
                    <a:pt x="2367610" y="22301"/>
                  </a:lnTo>
                  <a:lnTo>
                    <a:pt x="2367610" y="175323"/>
                  </a:lnTo>
                  <a:lnTo>
                    <a:pt x="2512390" y="175323"/>
                  </a:lnTo>
                  <a:lnTo>
                    <a:pt x="2512390" y="149250"/>
                  </a:lnTo>
                  <a:lnTo>
                    <a:pt x="2512390" y="97104"/>
                  </a:lnTo>
                  <a:lnTo>
                    <a:pt x="2512390" y="71361"/>
                  </a:lnTo>
                  <a:lnTo>
                    <a:pt x="2512390" y="22301"/>
                  </a:lnTo>
                  <a:close/>
                </a:path>
                <a:path w="5497830" h="870585">
                  <a:moveTo>
                    <a:pt x="2610180" y="274485"/>
                  </a:moveTo>
                  <a:lnTo>
                    <a:pt x="2434856" y="274485"/>
                  </a:lnTo>
                  <a:lnTo>
                    <a:pt x="2434856" y="203796"/>
                  </a:lnTo>
                  <a:lnTo>
                    <a:pt x="2402268" y="203796"/>
                  </a:lnTo>
                  <a:lnTo>
                    <a:pt x="2402268" y="300901"/>
                  </a:lnTo>
                  <a:lnTo>
                    <a:pt x="2610180" y="300901"/>
                  </a:lnTo>
                  <a:lnTo>
                    <a:pt x="2610180" y="274485"/>
                  </a:lnTo>
                  <a:close/>
                </a:path>
                <a:path w="5497830" h="870585">
                  <a:moveTo>
                    <a:pt x="2641739" y="90919"/>
                  </a:moveTo>
                  <a:lnTo>
                    <a:pt x="2597137" y="90919"/>
                  </a:lnTo>
                  <a:lnTo>
                    <a:pt x="2597137" y="342"/>
                  </a:lnTo>
                  <a:lnTo>
                    <a:pt x="2564549" y="342"/>
                  </a:lnTo>
                  <a:lnTo>
                    <a:pt x="2564549" y="226098"/>
                  </a:lnTo>
                  <a:lnTo>
                    <a:pt x="2597137" y="226098"/>
                  </a:lnTo>
                  <a:lnTo>
                    <a:pt x="2597137" y="118376"/>
                  </a:lnTo>
                  <a:lnTo>
                    <a:pt x="2641739" y="118376"/>
                  </a:lnTo>
                  <a:lnTo>
                    <a:pt x="2641739" y="90919"/>
                  </a:lnTo>
                  <a:close/>
                </a:path>
                <a:path w="5497830" h="870585">
                  <a:moveTo>
                    <a:pt x="2717139" y="585952"/>
                  </a:moveTo>
                  <a:lnTo>
                    <a:pt x="2576817" y="585952"/>
                  </a:lnTo>
                  <a:lnTo>
                    <a:pt x="2576817" y="612368"/>
                  </a:lnTo>
                  <a:lnTo>
                    <a:pt x="2684551" y="612368"/>
                  </a:lnTo>
                  <a:lnTo>
                    <a:pt x="2683345" y="625335"/>
                  </a:lnTo>
                  <a:lnTo>
                    <a:pt x="2681541" y="637946"/>
                  </a:lnTo>
                  <a:lnTo>
                    <a:pt x="2679090" y="650214"/>
                  </a:lnTo>
                  <a:lnTo>
                    <a:pt x="2675966" y="662114"/>
                  </a:lnTo>
                  <a:lnTo>
                    <a:pt x="2560688" y="670013"/>
                  </a:lnTo>
                  <a:lnTo>
                    <a:pt x="2565489" y="698144"/>
                  </a:lnTo>
                  <a:lnTo>
                    <a:pt x="2666022" y="688543"/>
                  </a:lnTo>
                  <a:lnTo>
                    <a:pt x="2649359" y="716749"/>
                  </a:lnTo>
                  <a:lnTo>
                    <a:pt x="2626449" y="742721"/>
                  </a:lnTo>
                  <a:lnTo>
                    <a:pt x="2596565" y="766483"/>
                  </a:lnTo>
                  <a:lnTo>
                    <a:pt x="2558973" y="788035"/>
                  </a:lnTo>
                  <a:lnTo>
                    <a:pt x="2576817" y="812393"/>
                  </a:lnTo>
                  <a:lnTo>
                    <a:pt x="2626144" y="782726"/>
                  </a:lnTo>
                  <a:lnTo>
                    <a:pt x="2662986" y="749261"/>
                  </a:lnTo>
                  <a:lnTo>
                    <a:pt x="2688920" y="712419"/>
                  </a:lnTo>
                  <a:lnTo>
                    <a:pt x="2705531" y="672642"/>
                  </a:lnTo>
                  <a:lnTo>
                    <a:pt x="2714421" y="630339"/>
                  </a:lnTo>
                  <a:lnTo>
                    <a:pt x="2717139" y="585952"/>
                  </a:lnTo>
                  <a:close/>
                </a:path>
                <a:path w="5497830" h="870585">
                  <a:moveTo>
                    <a:pt x="2844431" y="677557"/>
                  </a:moveTo>
                  <a:lnTo>
                    <a:pt x="2796743" y="677557"/>
                  </a:lnTo>
                  <a:lnTo>
                    <a:pt x="2796743" y="554736"/>
                  </a:lnTo>
                  <a:lnTo>
                    <a:pt x="2764142" y="554736"/>
                  </a:lnTo>
                  <a:lnTo>
                    <a:pt x="2764142" y="861796"/>
                  </a:lnTo>
                  <a:lnTo>
                    <a:pt x="2796743" y="861796"/>
                  </a:lnTo>
                  <a:lnTo>
                    <a:pt x="2796743" y="704316"/>
                  </a:lnTo>
                  <a:lnTo>
                    <a:pt x="2844431" y="704316"/>
                  </a:lnTo>
                  <a:lnTo>
                    <a:pt x="2844431" y="677557"/>
                  </a:lnTo>
                  <a:close/>
                </a:path>
                <a:path w="5497830" h="870585">
                  <a:moveTo>
                    <a:pt x="2902280" y="210667"/>
                  </a:moveTo>
                  <a:lnTo>
                    <a:pt x="2687497" y="210667"/>
                  </a:lnTo>
                  <a:lnTo>
                    <a:pt x="2687497" y="236740"/>
                  </a:lnTo>
                  <a:lnTo>
                    <a:pt x="2869349" y="236740"/>
                  </a:lnTo>
                  <a:lnTo>
                    <a:pt x="2869349" y="307416"/>
                  </a:lnTo>
                  <a:lnTo>
                    <a:pt x="2902280" y="307416"/>
                  </a:lnTo>
                  <a:lnTo>
                    <a:pt x="2902280" y="210667"/>
                  </a:lnTo>
                  <a:close/>
                </a:path>
                <a:path w="5497830" h="870585">
                  <a:moveTo>
                    <a:pt x="2936595" y="156794"/>
                  </a:moveTo>
                  <a:lnTo>
                    <a:pt x="2812389" y="156794"/>
                  </a:lnTo>
                  <a:lnTo>
                    <a:pt x="2812389" y="123520"/>
                  </a:lnTo>
                  <a:lnTo>
                    <a:pt x="2900222" y="123520"/>
                  </a:lnTo>
                  <a:lnTo>
                    <a:pt x="2900222" y="97447"/>
                  </a:lnTo>
                  <a:lnTo>
                    <a:pt x="2900222" y="64846"/>
                  </a:lnTo>
                  <a:lnTo>
                    <a:pt x="2900222" y="40487"/>
                  </a:lnTo>
                  <a:lnTo>
                    <a:pt x="2900222" y="7213"/>
                  </a:lnTo>
                  <a:lnTo>
                    <a:pt x="2867622" y="7213"/>
                  </a:lnTo>
                  <a:lnTo>
                    <a:pt x="2867622" y="40487"/>
                  </a:lnTo>
                  <a:lnTo>
                    <a:pt x="2867622" y="64846"/>
                  </a:lnTo>
                  <a:lnTo>
                    <a:pt x="2867622" y="97447"/>
                  </a:lnTo>
                  <a:lnTo>
                    <a:pt x="2725242" y="97447"/>
                  </a:lnTo>
                  <a:lnTo>
                    <a:pt x="2725242" y="64846"/>
                  </a:lnTo>
                  <a:lnTo>
                    <a:pt x="2867622" y="64846"/>
                  </a:lnTo>
                  <a:lnTo>
                    <a:pt x="2867622" y="40487"/>
                  </a:lnTo>
                  <a:lnTo>
                    <a:pt x="2725242" y="40487"/>
                  </a:lnTo>
                  <a:lnTo>
                    <a:pt x="2725242" y="7213"/>
                  </a:lnTo>
                  <a:lnTo>
                    <a:pt x="2692997" y="7213"/>
                  </a:lnTo>
                  <a:lnTo>
                    <a:pt x="2692997" y="123520"/>
                  </a:lnTo>
                  <a:lnTo>
                    <a:pt x="2780144" y="123520"/>
                  </a:lnTo>
                  <a:lnTo>
                    <a:pt x="2780144" y="156794"/>
                  </a:lnTo>
                  <a:lnTo>
                    <a:pt x="2656281" y="156794"/>
                  </a:lnTo>
                  <a:lnTo>
                    <a:pt x="2656281" y="183210"/>
                  </a:lnTo>
                  <a:lnTo>
                    <a:pt x="2936595" y="183210"/>
                  </a:lnTo>
                  <a:lnTo>
                    <a:pt x="2936595" y="156794"/>
                  </a:lnTo>
                  <a:close/>
                </a:path>
                <a:path w="5497830" h="870585">
                  <a:moveTo>
                    <a:pt x="3107029" y="700544"/>
                  </a:moveTo>
                  <a:lnTo>
                    <a:pt x="2925178" y="700544"/>
                  </a:lnTo>
                  <a:lnTo>
                    <a:pt x="2925178" y="608939"/>
                  </a:lnTo>
                  <a:lnTo>
                    <a:pt x="3104273" y="608939"/>
                  </a:lnTo>
                  <a:lnTo>
                    <a:pt x="3104273" y="582180"/>
                  </a:lnTo>
                  <a:lnTo>
                    <a:pt x="2892933" y="582180"/>
                  </a:lnTo>
                  <a:lnTo>
                    <a:pt x="2892933" y="727303"/>
                  </a:lnTo>
                  <a:lnTo>
                    <a:pt x="3107029" y="727303"/>
                  </a:lnTo>
                  <a:lnTo>
                    <a:pt x="3107029" y="700544"/>
                  </a:lnTo>
                  <a:close/>
                </a:path>
                <a:path w="5497830" h="870585">
                  <a:moveTo>
                    <a:pt x="3139275" y="794550"/>
                  </a:moveTo>
                  <a:lnTo>
                    <a:pt x="2857931" y="794550"/>
                  </a:lnTo>
                  <a:lnTo>
                    <a:pt x="2857931" y="821651"/>
                  </a:lnTo>
                  <a:lnTo>
                    <a:pt x="3139275" y="821651"/>
                  </a:lnTo>
                  <a:lnTo>
                    <a:pt x="3139275" y="794550"/>
                  </a:lnTo>
                  <a:close/>
                </a:path>
                <a:path w="5497830" h="870585">
                  <a:moveTo>
                    <a:pt x="3342513" y="649770"/>
                  </a:moveTo>
                  <a:lnTo>
                    <a:pt x="3336137" y="620064"/>
                  </a:lnTo>
                  <a:lnTo>
                    <a:pt x="3324733" y="604824"/>
                  </a:lnTo>
                  <a:lnTo>
                    <a:pt x="3318802" y="596887"/>
                  </a:lnTo>
                  <a:lnTo>
                    <a:pt x="3310610" y="592239"/>
                  </a:lnTo>
                  <a:lnTo>
                    <a:pt x="3310610" y="649770"/>
                  </a:lnTo>
                  <a:lnTo>
                    <a:pt x="3306711" y="668223"/>
                  </a:lnTo>
                  <a:lnTo>
                    <a:pt x="3295904" y="682409"/>
                  </a:lnTo>
                  <a:lnTo>
                    <a:pt x="3279483" y="691502"/>
                  </a:lnTo>
                  <a:lnTo>
                    <a:pt x="3258794" y="694715"/>
                  </a:lnTo>
                  <a:lnTo>
                    <a:pt x="3238119" y="691502"/>
                  </a:lnTo>
                  <a:lnTo>
                    <a:pt x="3221748" y="682409"/>
                  </a:lnTo>
                  <a:lnTo>
                    <a:pt x="3211030" y="668223"/>
                  </a:lnTo>
                  <a:lnTo>
                    <a:pt x="3207334" y="649770"/>
                  </a:lnTo>
                  <a:lnTo>
                    <a:pt x="3211030" y="631304"/>
                  </a:lnTo>
                  <a:lnTo>
                    <a:pt x="3221748" y="617131"/>
                  </a:lnTo>
                  <a:lnTo>
                    <a:pt x="3238119" y="608037"/>
                  </a:lnTo>
                  <a:lnTo>
                    <a:pt x="3258794" y="604824"/>
                  </a:lnTo>
                  <a:lnTo>
                    <a:pt x="3279483" y="608037"/>
                  </a:lnTo>
                  <a:lnTo>
                    <a:pt x="3295904" y="617131"/>
                  </a:lnTo>
                  <a:lnTo>
                    <a:pt x="3306711" y="631304"/>
                  </a:lnTo>
                  <a:lnTo>
                    <a:pt x="3310610" y="649770"/>
                  </a:lnTo>
                  <a:lnTo>
                    <a:pt x="3310610" y="592239"/>
                  </a:lnTo>
                  <a:lnTo>
                    <a:pt x="3292386" y="581888"/>
                  </a:lnTo>
                  <a:lnTo>
                    <a:pt x="3258794" y="576694"/>
                  </a:lnTo>
                  <a:lnTo>
                    <a:pt x="3225266" y="581888"/>
                  </a:lnTo>
                  <a:lnTo>
                    <a:pt x="3198672" y="596887"/>
                  </a:lnTo>
                  <a:lnTo>
                    <a:pt x="3181223" y="620064"/>
                  </a:lnTo>
                  <a:lnTo>
                    <a:pt x="3175089" y="649770"/>
                  </a:lnTo>
                  <a:lnTo>
                    <a:pt x="3181223" y="679475"/>
                  </a:lnTo>
                  <a:lnTo>
                    <a:pt x="3198672" y="702691"/>
                  </a:lnTo>
                  <a:lnTo>
                    <a:pt x="3225266" y="717791"/>
                  </a:lnTo>
                  <a:lnTo>
                    <a:pt x="3258794" y="723188"/>
                  </a:lnTo>
                  <a:lnTo>
                    <a:pt x="3292386" y="717791"/>
                  </a:lnTo>
                  <a:lnTo>
                    <a:pt x="3318802" y="702691"/>
                  </a:lnTo>
                  <a:lnTo>
                    <a:pt x="3324758" y="694715"/>
                  </a:lnTo>
                  <a:lnTo>
                    <a:pt x="3336137" y="679475"/>
                  </a:lnTo>
                  <a:lnTo>
                    <a:pt x="3342513" y="649770"/>
                  </a:lnTo>
                  <a:close/>
                </a:path>
                <a:path w="5497830" h="870585">
                  <a:moveTo>
                    <a:pt x="3363442" y="782891"/>
                  </a:moveTo>
                  <a:lnTo>
                    <a:pt x="3361042" y="759218"/>
                  </a:lnTo>
                  <a:lnTo>
                    <a:pt x="3309175" y="764870"/>
                  </a:lnTo>
                  <a:lnTo>
                    <a:pt x="3256445" y="767969"/>
                  </a:lnTo>
                  <a:lnTo>
                    <a:pt x="3205835" y="769251"/>
                  </a:lnTo>
                  <a:lnTo>
                    <a:pt x="3160331" y="769505"/>
                  </a:lnTo>
                  <a:lnTo>
                    <a:pt x="3164408" y="796353"/>
                  </a:lnTo>
                  <a:lnTo>
                    <a:pt x="3164446" y="796607"/>
                  </a:lnTo>
                  <a:lnTo>
                    <a:pt x="3208909" y="796353"/>
                  </a:lnTo>
                  <a:lnTo>
                    <a:pt x="3258413" y="794766"/>
                  </a:lnTo>
                  <a:lnTo>
                    <a:pt x="3310686" y="790676"/>
                  </a:lnTo>
                  <a:lnTo>
                    <a:pt x="3363442" y="782891"/>
                  </a:lnTo>
                  <a:close/>
                </a:path>
                <a:path w="5497830" h="870585">
                  <a:moveTo>
                    <a:pt x="3412845" y="554736"/>
                  </a:moveTo>
                  <a:lnTo>
                    <a:pt x="3380257" y="554736"/>
                  </a:lnTo>
                  <a:lnTo>
                    <a:pt x="3380257" y="862825"/>
                  </a:lnTo>
                  <a:lnTo>
                    <a:pt x="3412845" y="862825"/>
                  </a:lnTo>
                  <a:lnTo>
                    <a:pt x="3412845" y="554736"/>
                  </a:lnTo>
                  <a:close/>
                </a:path>
                <a:path w="5497830" h="870585">
                  <a:moveTo>
                    <a:pt x="3732873" y="702259"/>
                  </a:moveTo>
                  <a:lnTo>
                    <a:pt x="3700894" y="687019"/>
                  </a:lnTo>
                  <a:lnTo>
                    <a:pt x="3676688" y="665251"/>
                  </a:lnTo>
                  <a:lnTo>
                    <a:pt x="3674072" y="660742"/>
                  </a:lnTo>
                  <a:lnTo>
                    <a:pt x="3661372" y="638911"/>
                  </a:lnTo>
                  <a:lnTo>
                    <a:pt x="3656025" y="609968"/>
                  </a:lnTo>
                  <a:lnTo>
                    <a:pt x="3656025" y="601395"/>
                  </a:lnTo>
                  <a:lnTo>
                    <a:pt x="3723614" y="601395"/>
                  </a:lnTo>
                  <a:lnTo>
                    <a:pt x="3723614" y="574967"/>
                  </a:lnTo>
                  <a:lnTo>
                    <a:pt x="3554120" y="574967"/>
                  </a:lnTo>
                  <a:lnTo>
                    <a:pt x="3554120" y="601395"/>
                  </a:lnTo>
                  <a:lnTo>
                    <a:pt x="3623081" y="601395"/>
                  </a:lnTo>
                  <a:lnTo>
                    <a:pt x="3623081" y="609968"/>
                  </a:lnTo>
                  <a:lnTo>
                    <a:pt x="3617531" y="640702"/>
                  </a:lnTo>
                  <a:lnTo>
                    <a:pt x="3602063" y="668718"/>
                  </a:lnTo>
                  <a:lnTo>
                    <a:pt x="3577729" y="691984"/>
                  </a:lnTo>
                  <a:lnTo>
                    <a:pt x="3545548" y="708431"/>
                  </a:lnTo>
                  <a:lnTo>
                    <a:pt x="3562350" y="733488"/>
                  </a:lnTo>
                  <a:lnTo>
                    <a:pt x="3588054" y="721398"/>
                  </a:lnTo>
                  <a:lnTo>
                    <a:pt x="3609848" y="704837"/>
                  </a:lnTo>
                  <a:lnTo>
                    <a:pt x="3627374" y="684415"/>
                  </a:lnTo>
                  <a:lnTo>
                    <a:pt x="3640239" y="660742"/>
                  </a:lnTo>
                  <a:lnTo>
                    <a:pt x="3652901" y="682586"/>
                  </a:lnTo>
                  <a:lnTo>
                    <a:pt x="3670046" y="701408"/>
                  </a:lnTo>
                  <a:lnTo>
                    <a:pt x="3691229" y="716622"/>
                  </a:lnTo>
                  <a:lnTo>
                    <a:pt x="3716058" y="727646"/>
                  </a:lnTo>
                  <a:lnTo>
                    <a:pt x="3732873" y="702259"/>
                  </a:lnTo>
                  <a:close/>
                </a:path>
                <a:path w="5497830" h="870585">
                  <a:moveTo>
                    <a:pt x="3797033" y="755789"/>
                  </a:moveTo>
                  <a:lnTo>
                    <a:pt x="3588778" y="755789"/>
                  </a:lnTo>
                  <a:lnTo>
                    <a:pt x="3588778" y="782205"/>
                  </a:lnTo>
                  <a:lnTo>
                    <a:pt x="3764432" y="782205"/>
                  </a:lnTo>
                  <a:lnTo>
                    <a:pt x="3764432" y="862139"/>
                  </a:lnTo>
                  <a:lnTo>
                    <a:pt x="3797033" y="862139"/>
                  </a:lnTo>
                  <a:lnTo>
                    <a:pt x="3797033" y="755789"/>
                  </a:lnTo>
                  <a:close/>
                </a:path>
                <a:path w="5497830" h="870585">
                  <a:moveTo>
                    <a:pt x="3797033" y="554736"/>
                  </a:moveTo>
                  <a:lnTo>
                    <a:pt x="3764432" y="554736"/>
                  </a:lnTo>
                  <a:lnTo>
                    <a:pt x="3764432" y="740346"/>
                  </a:lnTo>
                  <a:lnTo>
                    <a:pt x="3797033" y="740346"/>
                  </a:lnTo>
                  <a:lnTo>
                    <a:pt x="3797033" y="554736"/>
                  </a:lnTo>
                  <a:close/>
                </a:path>
                <a:path w="5497830" h="870585">
                  <a:moveTo>
                    <a:pt x="4027030" y="695058"/>
                  </a:moveTo>
                  <a:lnTo>
                    <a:pt x="3972610" y="657275"/>
                  </a:lnTo>
                  <a:lnTo>
                    <a:pt x="3952925" y="602767"/>
                  </a:lnTo>
                  <a:lnTo>
                    <a:pt x="3952925" y="598309"/>
                  </a:lnTo>
                  <a:lnTo>
                    <a:pt x="4018800" y="598309"/>
                  </a:lnTo>
                  <a:lnTo>
                    <a:pt x="4018800" y="571881"/>
                  </a:lnTo>
                  <a:lnTo>
                    <a:pt x="3853091" y="571881"/>
                  </a:lnTo>
                  <a:lnTo>
                    <a:pt x="3853091" y="598309"/>
                  </a:lnTo>
                  <a:lnTo>
                    <a:pt x="3919651" y="598309"/>
                  </a:lnTo>
                  <a:lnTo>
                    <a:pt x="3919588" y="602767"/>
                  </a:lnTo>
                  <a:lnTo>
                    <a:pt x="3914343" y="633399"/>
                  </a:lnTo>
                  <a:lnTo>
                    <a:pt x="3899141" y="661644"/>
                  </a:lnTo>
                  <a:lnTo>
                    <a:pt x="3875062" y="685063"/>
                  </a:lnTo>
                  <a:lnTo>
                    <a:pt x="3843134" y="701573"/>
                  </a:lnTo>
                  <a:lnTo>
                    <a:pt x="3859949" y="727303"/>
                  </a:lnTo>
                  <a:lnTo>
                    <a:pt x="3885463" y="715098"/>
                  </a:lnTo>
                  <a:lnTo>
                    <a:pt x="3906990" y="698233"/>
                  </a:lnTo>
                  <a:lnTo>
                    <a:pt x="3924211" y="677367"/>
                  </a:lnTo>
                  <a:lnTo>
                    <a:pt x="3936796" y="653199"/>
                  </a:lnTo>
                  <a:lnTo>
                    <a:pt x="3949039" y="674878"/>
                  </a:lnTo>
                  <a:lnTo>
                    <a:pt x="3965537" y="693699"/>
                  </a:lnTo>
                  <a:lnTo>
                    <a:pt x="3986009" y="709091"/>
                  </a:lnTo>
                  <a:lnTo>
                    <a:pt x="4010228" y="720445"/>
                  </a:lnTo>
                  <a:lnTo>
                    <a:pt x="4027030" y="695058"/>
                  </a:lnTo>
                  <a:close/>
                </a:path>
                <a:path w="5497830" h="870585">
                  <a:moveTo>
                    <a:pt x="4098747" y="735888"/>
                  </a:moveTo>
                  <a:lnTo>
                    <a:pt x="4066489" y="735888"/>
                  </a:lnTo>
                  <a:lnTo>
                    <a:pt x="4066489" y="771220"/>
                  </a:lnTo>
                  <a:lnTo>
                    <a:pt x="4066489" y="796607"/>
                  </a:lnTo>
                  <a:lnTo>
                    <a:pt x="4066489" y="831951"/>
                  </a:lnTo>
                  <a:lnTo>
                    <a:pt x="3930967" y="831951"/>
                  </a:lnTo>
                  <a:lnTo>
                    <a:pt x="3930967" y="796607"/>
                  </a:lnTo>
                  <a:lnTo>
                    <a:pt x="4066489" y="796607"/>
                  </a:lnTo>
                  <a:lnTo>
                    <a:pt x="4066489" y="771220"/>
                  </a:lnTo>
                  <a:lnTo>
                    <a:pt x="3930967" y="771220"/>
                  </a:lnTo>
                  <a:lnTo>
                    <a:pt x="3930967" y="735888"/>
                  </a:lnTo>
                  <a:lnTo>
                    <a:pt x="3898722" y="735888"/>
                  </a:lnTo>
                  <a:lnTo>
                    <a:pt x="3898722" y="858367"/>
                  </a:lnTo>
                  <a:lnTo>
                    <a:pt x="4098747" y="858367"/>
                  </a:lnTo>
                  <a:lnTo>
                    <a:pt x="4098747" y="831951"/>
                  </a:lnTo>
                  <a:lnTo>
                    <a:pt x="4098747" y="796607"/>
                  </a:lnTo>
                  <a:lnTo>
                    <a:pt x="4098747" y="771220"/>
                  </a:lnTo>
                  <a:lnTo>
                    <a:pt x="4098747" y="735888"/>
                  </a:lnTo>
                  <a:close/>
                </a:path>
                <a:path w="5497830" h="870585">
                  <a:moveTo>
                    <a:pt x="4098747" y="554736"/>
                  </a:moveTo>
                  <a:lnTo>
                    <a:pt x="4066489" y="554736"/>
                  </a:lnTo>
                  <a:lnTo>
                    <a:pt x="4066489" y="627468"/>
                  </a:lnTo>
                  <a:lnTo>
                    <a:pt x="4008856" y="627468"/>
                  </a:lnTo>
                  <a:lnTo>
                    <a:pt x="4008856" y="654227"/>
                  </a:lnTo>
                  <a:lnTo>
                    <a:pt x="4066489" y="654227"/>
                  </a:lnTo>
                  <a:lnTo>
                    <a:pt x="4066489" y="722160"/>
                  </a:lnTo>
                  <a:lnTo>
                    <a:pt x="4098747" y="722160"/>
                  </a:lnTo>
                  <a:lnTo>
                    <a:pt x="4098747" y="554736"/>
                  </a:lnTo>
                  <a:close/>
                </a:path>
                <a:path w="5497830" h="870585">
                  <a:moveTo>
                    <a:pt x="4383430" y="770534"/>
                  </a:moveTo>
                  <a:lnTo>
                    <a:pt x="4334967" y="715810"/>
                  </a:lnTo>
                  <a:lnTo>
                    <a:pt x="4322927" y="679450"/>
                  </a:lnTo>
                  <a:lnTo>
                    <a:pt x="4318927" y="640499"/>
                  </a:lnTo>
                  <a:lnTo>
                    <a:pt x="4318927" y="615797"/>
                  </a:lnTo>
                  <a:lnTo>
                    <a:pt x="4371759" y="615797"/>
                  </a:lnTo>
                  <a:lnTo>
                    <a:pt x="4371759" y="589381"/>
                  </a:lnTo>
                  <a:lnTo>
                    <a:pt x="4231094" y="589381"/>
                  </a:lnTo>
                  <a:lnTo>
                    <a:pt x="4231094" y="615797"/>
                  </a:lnTo>
                  <a:lnTo>
                    <a:pt x="4287698" y="615797"/>
                  </a:lnTo>
                  <a:lnTo>
                    <a:pt x="4287698" y="640499"/>
                  </a:lnTo>
                  <a:lnTo>
                    <a:pt x="4283532" y="681189"/>
                  </a:lnTo>
                  <a:lnTo>
                    <a:pt x="4271099" y="719505"/>
                  </a:lnTo>
                  <a:lnTo>
                    <a:pt x="4250499" y="752538"/>
                  </a:lnTo>
                  <a:lnTo>
                    <a:pt x="4221823" y="777405"/>
                  </a:lnTo>
                  <a:lnTo>
                    <a:pt x="4241724" y="801763"/>
                  </a:lnTo>
                  <a:lnTo>
                    <a:pt x="4262526" y="784987"/>
                  </a:lnTo>
                  <a:lnTo>
                    <a:pt x="4279849" y="763308"/>
                  </a:lnTo>
                  <a:lnTo>
                    <a:pt x="4293641" y="737616"/>
                  </a:lnTo>
                  <a:lnTo>
                    <a:pt x="4303827" y="708774"/>
                  </a:lnTo>
                  <a:lnTo>
                    <a:pt x="4313504" y="735431"/>
                  </a:lnTo>
                  <a:lnTo>
                    <a:pt x="4326775" y="759066"/>
                  </a:lnTo>
                  <a:lnTo>
                    <a:pt x="4343578" y="779005"/>
                  </a:lnTo>
                  <a:lnTo>
                    <a:pt x="4363872" y="794550"/>
                  </a:lnTo>
                  <a:lnTo>
                    <a:pt x="4383430" y="770534"/>
                  </a:lnTo>
                  <a:close/>
                </a:path>
                <a:path w="5497830" h="870585">
                  <a:moveTo>
                    <a:pt x="4427690" y="561251"/>
                  </a:moveTo>
                  <a:lnTo>
                    <a:pt x="4396803" y="561251"/>
                  </a:lnTo>
                  <a:lnTo>
                    <a:pt x="4396803" y="663486"/>
                  </a:lnTo>
                  <a:lnTo>
                    <a:pt x="4349115" y="663486"/>
                  </a:lnTo>
                  <a:lnTo>
                    <a:pt x="4349115" y="690257"/>
                  </a:lnTo>
                  <a:lnTo>
                    <a:pt x="4396803" y="690257"/>
                  </a:lnTo>
                  <a:lnTo>
                    <a:pt x="4396803" y="846709"/>
                  </a:lnTo>
                  <a:lnTo>
                    <a:pt x="4427690" y="846709"/>
                  </a:lnTo>
                  <a:lnTo>
                    <a:pt x="4427690" y="561251"/>
                  </a:lnTo>
                  <a:close/>
                </a:path>
                <a:path w="5497830" h="870585">
                  <a:moveTo>
                    <a:pt x="4490123" y="554736"/>
                  </a:moveTo>
                  <a:lnTo>
                    <a:pt x="4458906" y="554736"/>
                  </a:lnTo>
                  <a:lnTo>
                    <a:pt x="4458906" y="862139"/>
                  </a:lnTo>
                  <a:lnTo>
                    <a:pt x="4490123" y="862139"/>
                  </a:lnTo>
                  <a:lnTo>
                    <a:pt x="4490123" y="554736"/>
                  </a:lnTo>
                  <a:close/>
                </a:path>
                <a:path w="5497830" h="870585">
                  <a:moveTo>
                    <a:pt x="4708461" y="702259"/>
                  </a:moveTo>
                  <a:lnTo>
                    <a:pt x="4677054" y="686676"/>
                  </a:lnTo>
                  <a:lnTo>
                    <a:pt x="4653788" y="664857"/>
                  </a:lnTo>
                  <a:lnTo>
                    <a:pt x="4651895" y="661428"/>
                  </a:lnTo>
                  <a:lnTo>
                    <a:pt x="4639322" y="638670"/>
                  </a:lnTo>
                  <a:lnTo>
                    <a:pt x="4634357" y="609968"/>
                  </a:lnTo>
                  <a:lnTo>
                    <a:pt x="4634357" y="601395"/>
                  </a:lnTo>
                  <a:lnTo>
                    <a:pt x="4700575" y="601395"/>
                  </a:lnTo>
                  <a:lnTo>
                    <a:pt x="4700575" y="574967"/>
                  </a:lnTo>
                  <a:lnTo>
                    <a:pt x="4534166" y="574967"/>
                  </a:lnTo>
                  <a:lnTo>
                    <a:pt x="4534166" y="601395"/>
                  </a:lnTo>
                  <a:lnTo>
                    <a:pt x="4601769" y="601395"/>
                  </a:lnTo>
                  <a:lnTo>
                    <a:pt x="4601705" y="609968"/>
                  </a:lnTo>
                  <a:lnTo>
                    <a:pt x="4596308" y="640638"/>
                  </a:lnTo>
                  <a:lnTo>
                    <a:pt x="4581042" y="668642"/>
                  </a:lnTo>
                  <a:lnTo>
                    <a:pt x="4556849" y="691743"/>
                  </a:lnTo>
                  <a:lnTo>
                    <a:pt x="4524565" y="708088"/>
                  </a:lnTo>
                  <a:lnTo>
                    <a:pt x="4542066" y="733488"/>
                  </a:lnTo>
                  <a:lnTo>
                    <a:pt x="4567352" y="721550"/>
                  </a:lnTo>
                  <a:lnTo>
                    <a:pt x="4588700" y="705180"/>
                  </a:lnTo>
                  <a:lnTo>
                    <a:pt x="4605769" y="684949"/>
                  </a:lnTo>
                  <a:lnTo>
                    <a:pt x="4618228" y="661428"/>
                  </a:lnTo>
                  <a:lnTo>
                    <a:pt x="4630509" y="682828"/>
                  </a:lnTo>
                  <a:lnTo>
                    <a:pt x="4647069" y="701357"/>
                  </a:lnTo>
                  <a:lnTo>
                    <a:pt x="4667656" y="716483"/>
                  </a:lnTo>
                  <a:lnTo>
                    <a:pt x="4692002" y="727646"/>
                  </a:lnTo>
                  <a:lnTo>
                    <a:pt x="4708461" y="702259"/>
                  </a:lnTo>
                  <a:close/>
                </a:path>
                <a:path w="5497830" h="870585">
                  <a:moveTo>
                    <a:pt x="4768507" y="755103"/>
                  </a:moveTo>
                  <a:lnTo>
                    <a:pt x="4565396" y="755103"/>
                  </a:lnTo>
                  <a:lnTo>
                    <a:pt x="4565396" y="781519"/>
                  </a:lnTo>
                  <a:lnTo>
                    <a:pt x="4735906" y="781519"/>
                  </a:lnTo>
                  <a:lnTo>
                    <a:pt x="4735906" y="862139"/>
                  </a:lnTo>
                  <a:lnTo>
                    <a:pt x="4768507" y="862139"/>
                  </a:lnTo>
                  <a:lnTo>
                    <a:pt x="4768507" y="755103"/>
                  </a:lnTo>
                  <a:close/>
                </a:path>
                <a:path w="5497830" h="870585">
                  <a:moveTo>
                    <a:pt x="4813109" y="633641"/>
                  </a:moveTo>
                  <a:lnTo>
                    <a:pt x="4768507" y="633641"/>
                  </a:lnTo>
                  <a:lnTo>
                    <a:pt x="4768507" y="554736"/>
                  </a:lnTo>
                  <a:lnTo>
                    <a:pt x="4735906" y="554736"/>
                  </a:lnTo>
                  <a:lnTo>
                    <a:pt x="4735906" y="740003"/>
                  </a:lnTo>
                  <a:lnTo>
                    <a:pt x="4768507" y="740003"/>
                  </a:lnTo>
                  <a:lnTo>
                    <a:pt x="4768507" y="661085"/>
                  </a:lnTo>
                  <a:lnTo>
                    <a:pt x="4813109" y="661085"/>
                  </a:lnTo>
                  <a:lnTo>
                    <a:pt x="4813109" y="633641"/>
                  </a:lnTo>
                  <a:close/>
                </a:path>
                <a:path w="5497830" h="870585">
                  <a:moveTo>
                    <a:pt x="5156124" y="567080"/>
                  </a:moveTo>
                  <a:lnTo>
                    <a:pt x="5123523" y="567080"/>
                  </a:lnTo>
                  <a:lnTo>
                    <a:pt x="5123523" y="607225"/>
                  </a:lnTo>
                  <a:lnTo>
                    <a:pt x="5123523" y="633298"/>
                  </a:lnTo>
                  <a:lnTo>
                    <a:pt x="5123523" y="674471"/>
                  </a:lnTo>
                  <a:lnTo>
                    <a:pt x="4977371" y="674471"/>
                  </a:lnTo>
                  <a:lnTo>
                    <a:pt x="4977371" y="633298"/>
                  </a:lnTo>
                  <a:lnTo>
                    <a:pt x="5123523" y="633298"/>
                  </a:lnTo>
                  <a:lnTo>
                    <a:pt x="5123523" y="607225"/>
                  </a:lnTo>
                  <a:lnTo>
                    <a:pt x="4977371" y="607225"/>
                  </a:lnTo>
                  <a:lnTo>
                    <a:pt x="4977371" y="567080"/>
                  </a:lnTo>
                  <a:lnTo>
                    <a:pt x="4945113" y="567080"/>
                  </a:lnTo>
                  <a:lnTo>
                    <a:pt x="4945113" y="700544"/>
                  </a:lnTo>
                  <a:lnTo>
                    <a:pt x="5156124" y="700544"/>
                  </a:lnTo>
                  <a:lnTo>
                    <a:pt x="5156124" y="674471"/>
                  </a:lnTo>
                  <a:lnTo>
                    <a:pt x="5156124" y="633298"/>
                  </a:lnTo>
                  <a:lnTo>
                    <a:pt x="5156124" y="607225"/>
                  </a:lnTo>
                  <a:lnTo>
                    <a:pt x="5156124" y="567080"/>
                  </a:lnTo>
                  <a:close/>
                </a:path>
                <a:path w="5497830" h="870585">
                  <a:moveTo>
                    <a:pt x="5191455" y="735545"/>
                  </a:moveTo>
                  <a:lnTo>
                    <a:pt x="4910125" y="735545"/>
                  </a:lnTo>
                  <a:lnTo>
                    <a:pt x="4910125" y="761276"/>
                  </a:lnTo>
                  <a:lnTo>
                    <a:pt x="5033975" y="761276"/>
                  </a:lnTo>
                  <a:lnTo>
                    <a:pt x="5033975" y="862139"/>
                  </a:lnTo>
                  <a:lnTo>
                    <a:pt x="5065890" y="862139"/>
                  </a:lnTo>
                  <a:lnTo>
                    <a:pt x="5065890" y="761276"/>
                  </a:lnTo>
                  <a:lnTo>
                    <a:pt x="5191455" y="761276"/>
                  </a:lnTo>
                  <a:lnTo>
                    <a:pt x="5191455" y="735545"/>
                  </a:lnTo>
                  <a:close/>
                </a:path>
                <a:path w="5497830" h="870585">
                  <a:moveTo>
                    <a:pt x="5392979" y="702259"/>
                  </a:moveTo>
                  <a:lnTo>
                    <a:pt x="5390654" y="686130"/>
                  </a:lnTo>
                  <a:lnTo>
                    <a:pt x="5389207" y="676186"/>
                  </a:lnTo>
                  <a:lnTo>
                    <a:pt x="5360771" y="680897"/>
                  </a:lnTo>
                  <a:lnTo>
                    <a:pt x="5331206" y="683933"/>
                  </a:lnTo>
                  <a:lnTo>
                    <a:pt x="5297614" y="685571"/>
                  </a:lnTo>
                  <a:lnTo>
                    <a:pt x="5257114" y="686130"/>
                  </a:lnTo>
                  <a:lnTo>
                    <a:pt x="5257114" y="601395"/>
                  </a:lnTo>
                  <a:lnTo>
                    <a:pt x="5361419" y="601395"/>
                  </a:lnTo>
                  <a:lnTo>
                    <a:pt x="5361419" y="574967"/>
                  </a:lnTo>
                  <a:lnTo>
                    <a:pt x="5224869" y="574967"/>
                  </a:lnTo>
                  <a:lnTo>
                    <a:pt x="5224869" y="712558"/>
                  </a:lnTo>
                  <a:lnTo>
                    <a:pt x="5249227" y="712558"/>
                  </a:lnTo>
                  <a:lnTo>
                    <a:pt x="5293639" y="712203"/>
                  </a:lnTo>
                  <a:lnTo>
                    <a:pt x="5330241" y="710755"/>
                  </a:lnTo>
                  <a:lnTo>
                    <a:pt x="5362270" y="707631"/>
                  </a:lnTo>
                  <a:lnTo>
                    <a:pt x="5392979" y="702259"/>
                  </a:lnTo>
                  <a:close/>
                </a:path>
                <a:path w="5497830" h="870585">
                  <a:moveTo>
                    <a:pt x="5452681" y="743432"/>
                  </a:moveTo>
                  <a:lnTo>
                    <a:pt x="5420436" y="743432"/>
                  </a:lnTo>
                  <a:lnTo>
                    <a:pt x="5420436" y="769505"/>
                  </a:lnTo>
                  <a:lnTo>
                    <a:pt x="5420436" y="831951"/>
                  </a:lnTo>
                  <a:lnTo>
                    <a:pt x="5288343" y="831951"/>
                  </a:lnTo>
                  <a:lnTo>
                    <a:pt x="5288343" y="769505"/>
                  </a:lnTo>
                  <a:lnTo>
                    <a:pt x="5420436" y="769505"/>
                  </a:lnTo>
                  <a:lnTo>
                    <a:pt x="5420436" y="743432"/>
                  </a:lnTo>
                  <a:lnTo>
                    <a:pt x="5256428" y="743432"/>
                  </a:lnTo>
                  <a:lnTo>
                    <a:pt x="5256428" y="858024"/>
                  </a:lnTo>
                  <a:lnTo>
                    <a:pt x="5452681" y="858024"/>
                  </a:lnTo>
                  <a:lnTo>
                    <a:pt x="5452681" y="831951"/>
                  </a:lnTo>
                  <a:lnTo>
                    <a:pt x="5452681" y="769505"/>
                  </a:lnTo>
                  <a:lnTo>
                    <a:pt x="5452681" y="743432"/>
                  </a:lnTo>
                  <a:close/>
                </a:path>
                <a:path w="5497830" h="870585">
                  <a:moveTo>
                    <a:pt x="5497284" y="627811"/>
                  </a:moveTo>
                  <a:lnTo>
                    <a:pt x="5452681" y="627811"/>
                  </a:lnTo>
                  <a:lnTo>
                    <a:pt x="5452681" y="554736"/>
                  </a:lnTo>
                  <a:lnTo>
                    <a:pt x="5420093" y="554736"/>
                  </a:lnTo>
                  <a:lnTo>
                    <a:pt x="5420093" y="728332"/>
                  </a:lnTo>
                  <a:lnTo>
                    <a:pt x="5452681" y="728332"/>
                  </a:lnTo>
                  <a:lnTo>
                    <a:pt x="5452681" y="654913"/>
                  </a:lnTo>
                  <a:lnTo>
                    <a:pt x="5497284" y="654913"/>
                  </a:lnTo>
                  <a:lnTo>
                    <a:pt x="5497284" y="6278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952850" y="6250448"/>
            <a:ext cx="9552305" cy="2353945"/>
            <a:chOff x="952850" y="6250448"/>
            <a:chExt cx="9552305" cy="2353945"/>
          </a:xfrm>
        </p:grpSpPr>
        <p:sp>
          <p:nvSpPr>
            <p:cNvPr id="13" name="object 13"/>
            <p:cNvSpPr/>
            <p:nvPr/>
          </p:nvSpPr>
          <p:spPr>
            <a:xfrm>
              <a:off x="952850" y="6250448"/>
              <a:ext cx="9552305" cy="2353945"/>
            </a:xfrm>
            <a:custGeom>
              <a:avLst/>
              <a:gdLst/>
              <a:ahLst/>
              <a:cxnLst/>
              <a:rect l="l" t="t" r="r" b="b"/>
              <a:pathLst>
                <a:path w="9552305" h="2353945">
                  <a:moveTo>
                    <a:pt x="9249867" y="0"/>
                  </a:moveTo>
                  <a:lnTo>
                    <a:pt x="301977" y="0"/>
                  </a:lnTo>
                  <a:lnTo>
                    <a:pt x="231979" y="321"/>
                  </a:lnTo>
                  <a:lnTo>
                    <a:pt x="178015" y="2571"/>
                  </a:lnTo>
                  <a:lnTo>
                    <a:pt x="136301" y="8678"/>
                  </a:lnTo>
                  <a:lnTo>
                    <a:pt x="77726" y="36098"/>
                  </a:lnTo>
                  <a:lnTo>
                    <a:pt x="36098" y="77726"/>
                  </a:lnTo>
                  <a:lnTo>
                    <a:pt x="8678" y="136301"/>
                  </a:lnTo>
                  <a:lnTo>
                    <a:pt x="2571" y="178015"/>
                  </a:lnTo>
                  <a:lnTo>
                    <a:pt x="321" y="231979"/>
                  </a:lnTo>
                  <a:lnTo>
                    <a:pt x="0" y="301976"/>
                  </a:lnTo>
                  <a:lnTo>
                    <a:pt x="0" y="2051501"/>
                  </a:lnTo>
                  <a:lnTo>
                    <a:pt x="321" y="2121498"/>
                  </a:lnTo>
                  <a:lnTo>
                    <a:pt x="2571" y="2175462"/>
                  </a:lnTo>
                  <a:lnTo>
                    <a:pt x="8678" y="2217176"/>
                  </a:lnTo>
                  <a:lnTo>
                    <a:pt x="36098" y="2275751"/>
                  </a:lnTo>
                  <a:lnTo>
                    <a:pt x="77726" y="2317379"/>
                  </a:lnTo>
                  <a:lnTo>
                    <a:pt x="136301" y="2344799"/>
                  </a:lnTo>
                  <a:lnTo>
                    <a:pt x="178015" y="2350906"/>
                  </a:lnTo>
                  <a:lnTo>
                    <a:pt x="231979" y="2353156"/>
                  </a:lnTo>
                  <a:lnTo>
                    <a:pt x="301977" y="2353478"/>
                  </a:lnTo>
                  <a:lnTo>
                    <a:pt x="9249868" y="2353478"/>
                  </a:lnTo>
                  <a:lnTo>
                    <a:pt x="9319865" y="2353156"/>
                  </a:lnTo>
                  <a:lnTo>
                    <a:pt x="9373829" y="2350906"/>
                  </a:lnTo>
                  <a:lnTo>
                    <a:pt x="9415543" y="2344799"/>
                  </a:lnTo>
                  <a:lnTo>
                    <a:pt x="9474118" y="2317379"/>
                  </a:lnTo>
                  <a:lnTo>
                    <a:pt x="9515746" y="2275751"/>
                  </a:lnTo>
                  <a:lnTo>
                    <a:pt x="9543166" y="2217176"/>
                  </a:lnTo>
                  <a:lnTo>
                    <a:pt x="9549273" y="2175462"/>
                  </a:lnTo>
                  <a:lnTo>
                    <a:pt x="9551523" y="2121498"/>
                  </a:lnTo>
                  <a:lnTo>
                    <a:pt x="9551845" y="2051501"/>
                  </a:lnTo>
                  <a:lnTo>
                    <a:pt x="9551845" y="301977"/>
                  </a:lnTo>
                  <a:lnTo>
                    <a:pt x="9551523" y="231979"/>
                  </a:lnTo>
                  <a:lnTo>
                    <a:pt x="9549273" y="178015"/>
                  </a:lnTo>
                  <a:lnTo>
                    <a:pt x="9543166" y="136301"/>
                  </a:lnTo>
                  <a:lnTo>
                    <a:pt x="9515746" y="77726"/>
                  </a:lnTo>
                  <a:lnTo>
                    <a:pt x="9474118" y="36098"/>
                  </a:lnTo>
                  <a:lnTo>
                    <a:pt x="9415543" y="8678"/>
                  </a:lnTo>
                  <a:lnTo>
                    <a:pt x="9373829" y="2571"/>
                  </a:lnTo>
                  <a:lnTo>
                    <a:pt x="9319865" y="321"/>
                  </a:lnTo>
                  <a:lnTo>
                    <a:pt x="9249867" y="0"/>
                  </a:lnTo>
                  <a:close/>
                </a:path>
              </a:pathLst>
            </a:custGeom>
            <a:solidFill>
              <a:srgbClr val="EE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471343" y="6602649"/>
              <a:ext cx="1091565" cy="1091565"/>
            </a:xfrm>
            <a:custGeom>
              <a:avLst/>
              <a:gdLst/>
              <a:ahLst/>
              <a:cxnLst/>
              <a:rect l="l" t="t" r="r" b="b"/>
              <a:pathLst>
                <a:path w="1091564" h="1091565">
                  <a:moveTo>
                    <a:pt x="545484" y="0"/>
                  </a:moveTo>
                  <a:lnTo>
                    <a:pt x="498417" y="2002"/>
                  </a:lnTo>
                  <a:lnTo>
                    <a:pt x="452463" y="7899"/>
                  </a:lnTo>
                  <a:lnTo>
                    <a:pt x="407783" y="17529"/>
                  </a:lnTo>
                  <a:lnTo>
                    <a:pt x="364544" y="30726"/>
                  </a:lnTo>
                  <a:lnTo>
                    <a:pt x="322907" y="47327"/>
                  </a:lnTo>
                  <a:lnTo>
                    <a:pt x="283036" y="67168"/>
                  </a:lnTo>
                  <a:lnTo>
                    <a:pt x="245097" y="90087"/>
                  </a:lnTo>
                  <a:lnTo>
                    <a:pt x="209251" y="115918"/>
                  </a:lnTo>
                  <a:lnTo>
                    <a:pt x="175664" y="144498"/>
                  </a:lnTo>
                  <a:lnTo>
                    <a:pt x="144498" y="175664"/>
                  </a:lnTo>
                  <a:lnTo>
                    <a:pt x="115918" y="209251"/>
                  </a:lnTo>
                  <a:lnTo>
                    <a:pt x="90087" y="245097"/>
                  </a:lnTo>
                  <a:lnTo>
                    <a:pt x="67168" y="283036"/>
                  </a:lnTo>
                  <a:lnTo>
                    <a:pt x="47327" y="322907"/>
                  </a:lnTo>
                  <a:lnTo>
                    <a:pt x="30726" y="364544"/>
                  </a:lnTo>
                  <a:lnTo>
                    <a:pt x="17529" y="407783"/>
                  </a:lnTo>
                  <a:lnTo>
                    <a:pt x="7899" y="452463"/>
                  </a:lnTo>
                  <a:lnTo>
                    <a:pt x="2002" y="498417"/>
                  </a:lnTo>
                  <a:lnTo>
                    <a:pt x="0" y="545484"/>
                  </a:lnTo>
                  <a:lnTo>
                    <a:pt x="2002" y="592550"/>
                  </a:lnTo>
                  <a:lnTo>
                    <a:pt x="7899" y="638505"/>
                  </a:lnTo>
                  <a:lnTo>
                    <a:pt x="17529" y="683184"/>
                  </a:lnTo>
                  <a:lnTo>
                    <a:pt x="30726" y="726424"/>
                  </a:lnTo>
                  <a:lnTo>
                    <a:pt x="47327" y="768061"/>
                  </a:lnTo>
                  <a:lnTo>
                    <a:pt x="67168" y="807931"/>
                  </a:lnTo>
                  <a:lnTo>
                    <a:pt x="90087" y="845871"/>
                  </a:lnTo>
                  <a:lnTo>
                    <a:pt x="115918" y="881716"/>
                  </a:lnTo>
                  <a:lnTo>
                    <a:pt x="144498" y="915303"/>
                  </a:lnTo>
                  <a:lnTo>
                    <a:pt x="175664" y="946469"/>
                  </a:lnTo>
                  <a:lnTo>
                    <a:pt x="209251" y="975050"/>
                  </a:lnTo>
                  <a:lnTo>
                    <a:pt x="245097" y="1000881"/>
                  </a:lnTo>
                  <a:lnTo>
                    <a:pt x="283036" y="1023799"/>
                  </a:lnTo>
                  <a:lnTo>
                    <a:pt x="322907" y="1043641"/>
                  </a:lnTo>
                  <a:lnTo>
                    <a:pt x="364544" y="1060242"/>
                  </a:lnTo>
                  <a:lnTo>
                    <a:pt x="407783" y="1073439"/>
                  </a:lnTo>
                  <a:lnTo>
                    <a:pt x="452463" y="1083068"/>
                  </a:lnTo>
                  <a:lnTo>
                    <a:pt x="498417" y="1088966"/>
                  </a:lnTo>
                  <a:lnTo>
                    <a:pt x="545484" y="1090968"/>
                  </a:lnTo>
                  <a:lnTo>
                    <a:pt x="592550" y="1088966"/>
                  </a:lnTo>
                  <a:lnTo>
                    <a:pt x="638505" y="1083068"/>
                  </a:lnTo>
                  <a:lnTo>
                    <a:pt x="683184" y="1073439"/>
                  </a:lnTo>
                  <a:lnTo>
                    <a:pt x="726424" y="1060242"/>
                  </a:lnTo>
                  <a:lnTo>
                    <a:pt x="768061" y="1043641"/>
                  </a:lnTo>
                  <a:lnTo>
                    <a:pt x="807931" y="1023799"/>
                  </a:lnTo>
                  <a:lnTo>
                    <a:pt x="845871" y="1000881"/>
                  </a:lnTo>
                  <a:lnTo>
                    <a:pt x="881716" y="975050"/>
                  </a:lnTo>
                  <a:lnTo>
                    <a:pt x="915303" y="946469"/>
                  </a:lnTo>
                  <a:lnTo>
                    <a:pt x="946469" y="915303"/>
                  </a:lnTo>
                  <a:lnTo>
                    <a:pt x="975050" y="881716"/>
                  </a:lnTo>
                  <a:lnTo>
                    <a:pt x="1000881" y="845871"/>
                  </a:lnTo>
                  <a:lnTo>
                    <a:pt x="1023799" y="807931"/>
                  </a:lnTo>
                  <a:lnTo>
                    <a:pt x="1043641" y="768061"/>
                  </a:lnTo>
                  <a:lnTo>
                    <a:pt x="1060242" y="726424"/>
                  </a:lnTo>
                  <a:lnTo>
                    <a:pt x="1073439" y="683184"/>
                  </a:lnTo>
                  <a:lnTo>
                    <a:pt x="1083068" y="638505"/>
                  </a:lnTo>
                  <a:lnTo>
                    <a:pt x="1088966" y="592550"/>
                  </a:lnTo>
                  <a:lnTo>
                    <a:pt x="1090968" y="545484"/>
                  </a:lnTo>
                  <a:lnTo>
                    <a:pt x="1088966" y="498417"/>
                  </a:lnTo>
                  <a:lnTo>
                    <a:pt x="1083068" y="452463"/>
                  </a:lnTo>
                  <a:lnTo>
                    <a:pt x="1073439" y="407783"/>
                  </a:lnTo>
                  <a:lnTo>
                    <a:pt x="1060242" y="364544"/>
                  </a:lnTo>
                  <a:lnTo>
                    <a:pt x="1043641" y="322907"/>
                  </a:lnTo>
                  <a:lnTo>
                    <a:pt x="1023799" y="283036"/>
                  </a:lnTo>
                  <a:lnTo>
                    <a:pt x="1000881" y="245097"/>
                  </a:lnTo>
                  <a:lnTo>
                    <a:pt x="975050" y="209251"/>
                  </a:lnTo>
                  <a:lnTo>
                    <a:pt x="946469" y="175664"/>
                  </a:lnTo>
                  <a:lnTo>
                    <a:pt x="915303" y="144498"/>
                  </a:lnTo>
                  <a:lnTo>
                    <a:pt x="881716" y="115918"/>
                  </a:lnTo>
                  <a:lnTo>
                    <a:pt x="845871" y="90087"/>
                  </a:lnTo>
                  <a:lnTo>
                    <a:pt x="807931" y="67168"/>
                  </a:lnTo>
                  <a:lnTo>
                    <a:pt x="768061" y="47327"/>
                  </a:lnTo>
                  <a:lnTo>
                    <a:pt x="726424" y="30726"/>
                  </a:lnTo>
                  <a:lnTo>
                    <a:pt x="683184" y="17529"/>
                  </a:lnTo>
                  <a:lnTo>
                    <a:pt x="638505" y="7899"/>
                  </a:lnTo>
                  <a:lnTo>
                    <a:pt x="592550" y="2002"/>
                  </a:lnTo>
                  <a:lnTo>
                    <a:pt x="545484" y="0"/>
                  </a:lnTo>
                  <a:close/>
                </a:path>
              </a:pathLst>
            </a:custGeom>
            <a:solidFill>
              <a:srgbClr val="9FCC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4248" y="6820728"/>
              <a:ext cx="647180" cy="6471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49080" y="7866316"/>
              <a:ext cx="1555115" cy="248920"/>
            </a:xfrm>
            <a:custGeom>
              <a:avLst/>
              <a:gdLst/>
              <a:ahLst/>
              <a:cxnLst/>
              <a:rect l="l" t="t" r="r" b="b"/>
              <a:pathLst>
                <a:path w="1555114" h="248920">
                  <a:moveTo>
                    <a:pt x="25837" y="10557"/>
                  </a:moveTo>
                  <a:lnTo>
                    <a:pt x="0" y="10557"/>
                  </a:lnTo>
                  <a:lnTo>
                    <a:pt x="0" y="119184"/>
                  </a:lnTo>
                  <a:lnTo>
                    <a:pt x="117239" y="119184"/>
                  </a:lnTo>
                  <a:lnTo>
                    <a:pt x="117239" y="98069"/>
                  </a:lnTo>
                  <a:lnTo>
                    <a:pt x="25837" y="98069"/>
                  </a:lnTo>
                  <a:lnTo>
                    <a:pt x="25837" y="64731"/>
                  </a:lnTo>
                  <a:lnTo>
                    <a:pt x="117239" y="64731"/>
                  </a:lnTo>
                  <a:lnTo>
                    <a:pt x="117239" y="44450"/>
                  </a:lnTo>
                  <a:lnTo>
                    <a:pt x="25837" y="44450"/>
                  </a:lnTo>
                  <a:lnTo>
                    <a:pt x="25837" y="10557"/>
                  </a:lnTo>
                  <a:close/>
                </a:path>
                <a:path w="1555114" h="248920">
                  <a:moveTo>
                    <a:pt x="117239" y="64731"/>
                  </a:moveTo>
                  <a:lnTo>
                    <a:pt x="91124" y="64731"/>
                  </a:lnTo>
                  <a:lnTo>
                    <a:pt x="91124" y="98069"/>
                  </a:lnTo>
                  <a:lnTo>
                    <a:pt x="117239" y="98069"/>
                  </a:lnTo>
                  <a:lnTo>
                    <a:pt x="117239" y="64731"/>
                  </a:lnTo>
                  <a:close/>
                </a:path>
                <a:path w="1555114" h="248920">
                  <a:moveTo>
                    <a:pt x="117239" y="10557"/>
                  </a:moveTo>
                  <a:lnTo>
                    <a:pt x="91124" y="10557"/>
                  </a:lnTo>
                  <a:lnTo>
                    <a:pt x="91124" y="44450"/>
                  </a:lnTo>
                  <a:lnTo>
                    <a:pt x="117239" y="44450"/>
                  </a:lnTo>
                  <a:lnTo>
                    <a:pt x="117239" y="10557"/>
                  </a:lnTo>
                  <a:close/>
                </a:path>
                <a:path w="1555114" h="248920">
                  <a:moveTo>
                    <a:pt x="185860" y="0"/>
                  </a:moveTo>
                  <a:lnTo>
                    <a:pt x="159467" y="0"/>
                  </a:lnTo>
                  <a:lnTo>
                    <a:pt x="159467" y="128074"/>
                  </a:lnTo>
                  <a:lnTo>
                    <a:pt x="185860" y="128074"/>
                  </a:lnTo>
                  <a:lnTo>
                    <a:pt x="185860" y="73621"/>
                  </a:lnTo>
                  <a:lnTo>
                    <a:pt x="221977" y="73621"/>
                  </a:lnTo>
                  <a:lnTo>
                    <a:pt x="221977" y="52229"/>
                  </a:lnTo>
                  <a:lnTo>
                    <a:pt x="185860" y="52229"/>
                  </a:lnTo>
                  <a:lnTo>
                    <a:pt x="185860" y="0"/>
                  </a:lnTo>
                  <a:close/>
                </a:path>
                <a:path w="1555114" h="248920">
                  <a:moveTo>
                    <a:pt x="185860" y="138909"/>
                  </a:moveTo>
                  <a:lnTo>
                    <a:pt x="25003" y="138909"/>
                  </a:lnTo>
                  <a:lnTo>
                    <a:pt x="25003" y="159745"/>
                  </a:lnTo>
                  <a:lnTo>
                    <a:pt x="159745" y="159745"/>
                  </a:lnTo>
                  <a:lnTo>
                    <a:pt x="159745" y="182249"/>
                  </a:lnTo>
                  <a:lnTo>
                    <a:pt x="25559" y="182249"/>
                  </a:lnTo>
                  <a:lnTo>
                    <a:pt x="25559" y="246425"/>
                  </a:lnTo>
                  <a:lnTo>
                    <a:pt x="194473" y="246425"/>
                  </a:lnTo>
                  <a:lnTo>
                    <a:pt x="194473" y="225310"/>
                  </a:lnTo>
                  <a:lnTo>
                    <a:pt x="51396" y="225310"/>
                  </a:lnTo>
                  <a:lnTo>
                    <a:pt x="51396" y="201696"/>
                  </a:lnTo>
                  <a:lnTo>
                    <a:pt x="185860" y="201696"/>
                  </a:lnTo>
                  <a:lnTo>
                    <a:pt x="185860" y="138909"/>
                  </a:lnTo>
                  <a:close/>
                </a:path>
                <a:path w="1555114" h="248920">
                  <a:moveTo>
                    <a:pt x="364240" y="13890"/>
                  </a:moveTo>
                  <a:lnTo>
                    <a:pt x="253113" y="13890"/>
                  </a:lnTo>
                  <a:lnTo>
                    <a:pt x="253113" y="116683"/>
                  </a:lnTo>
                  <a:lnTo>
                    <a:pt x="272838" y="116683"/>
                  </a:lnTo>
                  <a:lnTo>
                    <a:pt x="308303" y="116393"/>
                  </a:lnTo>
                  <a:lnTo>
                    <a:pt x="337986" y="115190"/>
                  </a:lnTo>
                  <a:lnTo>
                    <a:pt x="364336" y="112581"/>
                  </a:lnTo>
                  <a:lnTo>
                    <a:pt x="389800" y="108071"/>
                  </a:lnTo>
                  <a:lnTo>
                    <a:pt x="387966" y="95569"/>
                  </a:lnTo>
                  <a:lnTo>
                    <a:pt x="279228" y="95569"/>
                  </a:lnTo>
                  <a:lnTo>
                    <a:pt x="279228" y="35005"/>
                  </a:lnTo>
                  <a:lnTo>
                    <a:pt x="364240" y="35005"/>
                  </a:lnTo>
                  <a:lnTo>
                    <a:pt x="364240" y="13890"/>
                  </a:lnTo>
                  <a:close/>
                </a:path>
                <a:path w="1555114" h="248920">
                  <a:moveTo>
                    <a:pt x="386744" y="87235"/>
                  </a:moveTo>
                  <a:lnTo>
                    <a:pt x="362951" y="91252"/>
                  </a:lnTo>
                  <a:lnTo>
                    <a:pt x="338507" y="93850"/>
                  </a:lnTo>
                  <a:lnTo>
                    <a:pt x="311303" y="95224"/>
                  </a:lnTo>
                  <a:lnTo>
                    <a:pt x="279228" y="95569"/>
                  </a:lnTo>
                  <a:lnTo>
                    <a:pt x="387966" y="95569"/>
                  </a:lnTo>
                  <a:lnTo>
                    <a:pt x="386744" y="87235"/>
                  </a:lnTo>
                  <a:close/>
                </a:path>
                <a:path w="1555114" h="248920">
                  <a:moveTo>
                    <a:pt x="438140" y="0"/>
                  </a:moveTo>
                  <a:lnTo>
                    <a:pt x="411747" y="0"/>
                  </a:lnTo>
                  <a:lnTo>
                    <a:pt x="411747" y="125018"/>
                  </a:lnTo>
                  <a:lnTo>
                    <a:pt x="438140" y="125018"/>
                  </a:lnTo>
                  <a:lnTo>
                    <a:pt x="438140" y="72510"/>
                  </a:lnTo>
                  <a:lnTo>
                    <a:pt x="474256" y="72510"/>
                  </a:lnTo>
                  <a:lnTo>
                    <a:pt x="474256" y="50840"/>
                  </a:lnTo>
                  <a:lnTo>
                    <a:pt x="438140" y="50840"/>
                  </a:lnTo>
                  <a:lnTo>
                    <a:pt x="438140" y="0"/>
                  </a:lnTo>
                  <a:close/>
                </a:path>
                <a:path w="1555114" h="248920">
                  <a:moveTo>
                    <a:pt x="438140" y="136686"/>
                  </a:moveTo>
                  <a:lnTo>
                    <a:pt x="277283" y="136686"/>
                  </a:lnTo>
                  <a:lnTo>
                    <a:pt x="277283" y="157801"/>
                  </a:lnTo>
                  <a:lnTo>
                    <a:pt x="412025" y="157801"/>
                  </a:lnTo>
                  <a:lnTo>
                    <a:pt x="412025" y="180026"/>
                  </a:lnTo>
                  <a:lnTo>
                    <a:pt x="277839" y="180026"/>
                  </a:lnTo>
                  <a:lnTo>
                    <a:pt x="277839" y="245869"/>
                  </a:lnTo>
                  <a:lnTo>
                    <a:pt x="446752" y="245869"/>
                  </a:lnTo>
                  <a:lnTo>
                    <a:pt x="446752" y="224477"/>
                  </a:lnTo>
                  <a:lnTo>
                    <a:pt x="303676" y="224477"/>
                  </a:lnTo>
                  <a:lnTo>
                    <a:pt x="303676" y="200307"/>
                  </a:lnTo>
                  <a:lnTo>
                    <a:pt x="438140" y="200307"/>
                  </a:lnTo>
                  <a:lnTo>
                    <a:pt x="438140" y="136686"/>
                  </a:lnTo>
                  <a:close/>
                </a:path>
                <a:path w="1555114" h="248920">
                  <a:moveTo>
                    <a:pt x="581793" y="39172"/>
                  </a:moveTo>
                  <a:lnTo>
                    <a:pt x="555400" y="39172"/>
                  </a:lnTo>
                  <a:lnTo>
                    <a:pt x="555400" y="46117"/>
                  </a:lnTo>
                  <a:lnTo>
                    <a:pt x="550985" y="71269"/>
                  </a:lnTo>
                  <a:lnTo>
                    <a:pt x="538627" y="93972"/>
                  </a:lnTo>
                  <a:lnTo>
                    <a:pt x="519027" y="112612"/>
                  </a:lnTo>
                  <a:lnTo>
                    <a:pt x="492891" y="125574"/>
                  </a:lnTo>
                  <a:lnTo>
                    <a:pt x="506504" y="146688"/>
                  </a:lnTo>
                  <a:lnTo>
                    <a:pt x="527347" y="136875"/>
                  </a:lnTo>
                  <a:lnTo>
                    <a:pt x="544895" y="123403"/>
                  </a:lnTo>
                  <a:lnTo>
                    <a:pt x="558875" y="106780"/>
                  </a:lnTo>
                  <a:lnTo>
                    <a:pt x="569013" y="87512"/>
                  </a:lnTo>
                  <a:lnTo>
                    <a:pt x="596370" y="87512"/>
                  </a:lnTo>
                  <a:lnTo>
                    <a:pt x="585812" y="68851"/>
                  </a:lnTo>
                  <a:lnTo>
                    <a:pt x="581841" y="46117"/>
                  </a:lnTo>
                  <a:lnTo>
                    <a:pt x="581793" y="39172"/>
                  </a:lnTo>
                  <a:close/>
                </a:path>
                <a:path w="1555114" h="248920">
                  <a:moveTo>
                    <a:pt x="596370" y="87512"/>
                  </a:moveTo>
                  <a:lnTo>
                    <a:pt x="569013" y="87512"/>
                  </a:lnTo>
                  <a:lnTo>
                    <a:pt x="579034" y="104236"/>
                  </a:lnTo>
                  <a:lnTo>
                    <a:pt x="592506" y="118680"/>
                  </a:lnTo>
                  <a:lnTo>
                    <a:pt x="609234" y="130390"/>
                  </a:lnTo>
                  <a:lnTo>
                    <a:pt x="629022" y="138909"/>
                  </a:lnTo>
                  <a:lnTo>
                    <a:pt x="641524" y="118350"/>
                  </a:lnTo>
                  <a:lnTo>
                    <a:pt x="616251" y="106434"/>
                  </a:lnTo>
                  <a:lnTo>
                    <a:pt x="597489" y="89492"/>
                  </a:lnTo>
                  <a:lnTo>
                    <a:pt x="596370" y="87512"/>
                  </a:lnTo>
                  <a:close/>
                </a:path>
                <a:path w="1555114" h="248920">
                  <a:moveTo>
                    <a:pt x="635412" y="17780"/>
                  </a:moveTo>
                  <a:lnTo>
                    <a:pt x="500670" y="17780"/>
                  </a:lnTo>
                  <a:lnTo>
                    <a:pt x="500670" y="39172"/>
                  </a:lnTo>
                  <a:lnTo>
                    <a:pt x="635412" y="39172"/>
                  </a:lnTo>
                  <a:lnTo>
                    <a:pt x="635412" y="17780"/>
                  </a:lnTo>
                  <a:close/>
                </a:path>
                <a:path w="1555114" h="248920">
                  <a:moveTo>
                    <a:pt x="690420" y="0"/>
                  </a:moveTo>
                  <a:lnTo>
                    <a:pt x="664027" y="0"/>
                  </a:lnTo>
                  <a:lnTo>
                    <a:pt x="664027" y="149466"/>
                  </a:lnTo>
                  <a:lnTo>
                    <a:pt x="690420" y="149466"/>
                  </a:lnTo>
                  <a:lnTo>
                    <a:pt x="690420" y="83345"/>
                  </a:lnTo>
                  <a:lnTo>
                    <a:pt x="726536" y="83345"/>
                  </a:lnTo>
                  <a:lnTo>
                    <a:pt x="726536" y="61675"/>
                  </a:lnTo>
                  <a:lnTo>
                    <a:pt x="690420" y="61675"/>
                  </a:lnTo>
                  <a:lnTo>
                    <a:pt x="690420" y="0"/>
                  </a:lnTo>
                  <a:close/>
                </a:path>
                <a:path w="1555114" h="248920">
                  <a:moveTo>
                    <a:pt x="610130" y="155578"/>
                  </a:moveTo>
                  <a:lnTo>
                    <a:pt x="575147" y="158682"/>
                  </a:lnTo>
                  <a:lnTo>
                    <a:pt x="548836" y="167698"/>
                  </a:lnTo>
                  <a:lnTo>
                    <a:pt x="532267" y="182183"/>
                  </a:lnTo>
                  <a:lnTo>
                    <a:pt x="526507" y="201696"/>
                  </a:lnTo>
                  <a:lnTo>
                    <a:pt x="532267" y="221451"/>
                  </a:lnTo>
                  <a:lnTo>
                    <a:pt x="548836" y="236180"/>
                  </a:lnTo>
                  <a:lnTo>
                    <a:pt x="575147" y="245335"/>
                  </a:lnTo>
                  <a:lnTo>
                    <a:pt x="610130" y="248369"/>
                  </a:lnTo>
                  <a:lnTo>
                    <a:pt x="644706" y="245335"/>
                  </a:lnTo>
                  <a:lnTo>
                    <a:pt x="670660" y="236180"/>
                  </a:lnTo>
                  <a:lnTo>
                    <a:pt x="680240" y="227533"/>
                  </a:lnTo>
                  <a:lnTo>
                    <a:pt x="610130" y="227533"/>
                  </a:lnTo>
                  <a:lnTo>
                    <a:pt x="585912" y="225840"/>
                  </a:lnTo>
                  <a:lnTo>
                    <a:pt x="567867" y="220865"/>
                  </a:lnTo>
                  <a:lnTo>
                    <a:pt x="556646" y="212765"/>
                  </a:lnTo>
                  <a:lnTo>
                    <a:pt x="552900" y="201696"/>
                  </a:lnTo>
                  <a:lnTo>
                    <a:pt x="556646" y="190948"/>
                  </a:lnTo>
                  <a:lnTo>
                    <a:pt x="567867" y="183013"/>
                  </a:lnTo>
                  <a:lnTo>
                    <a:pt x="585912" y="178099"/>
                  </a:lnTo>
                  <a:lnTo>
                    <a:pt x="610130" y="176414"/>
                  </a:lnTo>
                  <a:lnTo>
                    <a:pt x="680479" y="176414"/>
                  </a:lnTo>
                  <a:lnTo>
                    <a:pt x="670660" y="167698"/>
                  </a:lnTo>
                  <a:lnTo>
                    <a:pt x="644706" y="158682"/>
                  </a:lnTo>
                  <a:lnTo>
                    <a:pt x="610130" y="155578"/>
                  </a:lnTo>
                  <a:close/>
                </a:path>
                <a:path w="1555114" h="248920">
                  <a:moveTo>
                    <a:pt x="680479" y="176414"/>
                  </a:moveTo>
                  <a:lnTo>
                    <a:pt x="610130" y="176414"/>
                  </a:lnTo>
                  <a:lnTo>
                    <a:pt x="634105" y="178099"/>
                  </a:lnTo>
                  <a:lnTo>
                    <a:pt x="651907" y="183013"/>
                  </a:lnTo>
                  <a:lnTo>
                    <a:pt x="662990" y="190948"/>
                  </a:lnTo>
                  <a:lnTo>
                    <a:pt x="666805" y="201696"/>
                  </a:lnTo>
                  <a:lnTo>
                    <a:pt x="662990" y="212765"/>
                  </a:lnTo>
                  <a:lnTo>
                    <a:pt x="651907" y="220865"/>
                  </a:lnTo>
                  <a:lnTo>
                    <a:pt x="634105" y="225840"/>
                  </a:lnTo>
                  <a:lnTo>
                    <a:pt x="610130" y="227533"/>
                  </a:lnTo>
                  <a:lnTo>
                    <a:pt x="680240" y="227533"/>
                  </a:lnTo>
                  <a:lnTo>
                    <a:pt x="686977" y="221451"/>
                  </a:lnTo>
                  <a:lnTo>
                    <a:pt x="692642" y="201696"/>
                  </a:lnTo>
                  <a:lnTo>
                    <a:pt x="686977" y="182183"/>
                  </a:lnTo>
                  <a:lnTo>
                    <a:pt x="680479" y="176414"/>
                  </a:lnTo>
                  <a:close/>
                </a:path>
                <a:path w="1555114" h="248920">
                  <a:moveTo>
                    <a:pt x="803512" y="20002"/>
                  </a:moveTo>
                  <a:lnTo>
                    <a:pt x="781421" y="25980"/>
                  </a:lnTo>
                  <a:lnTo>
                    <a:pt x="764514" y="43443"/>
                  </a:lnTo>
                  <a:lnTo>
                    <a:pt x="753700" y="71065"/>
                  </a:lnTo>
                  <a:lnTo>
                    <a:pt x="749893" y="107515"/>
                  </a:lnTo>
                  <a:lnTo>
                    <a:pt x="753700" y="144009"/>
                  </a:lnTo>
                  <a:lnTo>
                    <a:pt x="764514" y="171726"/>
                  </a:lnTo>
                  <a:lnTo>
                    <a:pt x="781421" y="189285"/>
                  </a:lnTo>
                  <a:lnTo>
                    <a:pt x="803512" y="195306"/>
                  </a:lnTo>
                  <a:lnTo>
                    <a:pt x="825807" y="189285"/>
                  </a:lnTo>
                  <a:lnTo>
                    <a:pt x="842893" y="171726"/>
                  </a:lnTo>
                  <a:lnTo>
                    <a:pt x="843455" y="170302"/>
                  </a:lnTo>
                  <a:lnTo>
                    <a:pt x="803512" y="170302"/>
                  </a:lnTo>
                  <a:lnTo>
                    <a:pt x="791336" y="166079"/>
                  </a:lnTo>
                  <a:lnTo>
                    <a:pt x="782155" y="153807"/>
                  </a:lnTo>
                  <a:lnTo>
                    <a:pt x="776360" y="134086"/>
                  </a:lnTo>
                  <a:lnTo>
                    <a:pt x="774341" y="107515"/>
                  </a:lnTo>
                  <a:lnTo>
                    <a:pt x="776360" y="80945"/>
                  </a:lnTo>
                  <a:lnTo>
                    <a:pt x="782155" y="61224"/>
                  </a:lnTo>
                  <a:lnTo>
                    <a:pt x="791336" y="48952"/>
                  </a:lnTo>
                  <a:lnTo>
                    <a:pt x="803512" y="44728"/>
                  </a:lnTo>
                  <a:lnTo>
                    <a:pt x="843402" y="44728"/>
                  </a:lnTo>
                  <a:lnTo>
                    <a:pt x="842893" y="43443"/>
                  </a:lnTo>
                  <a:lnTo>
                    <a:pt x="825807" y="25980"/>
                  </a:lnTo>
                  <a:lnTo>
                    <a:pt x="803512" y="20002"/>
                  </a:lnTo>
                  <a:close/>
                </a:path>
                <a:path w="1555114" h="248920">
                  <a:moveTo>
                    <a:pt x="843402" y="44728"/>
                  </a:moveTo>
                  <a:lnTo>
                    <a:pt x="803512" y="44728"/>
                  </a:lnTo>
                  <a:lnTo>
                    <a:pt x="815893" y="48952"/>
                  </a:lnTo>
                  <a:lnTo>
                    <a:pt x="825252" y="61224"/>
                  </a:lnTo>
                  <a:lnTo>
                    <a:pt x="831173" y="80945"/>
                  </a:lnTo>
                  <a:lnTo>
                    <a:pt x="833239" y="107515"/>
                  </a:lnTo>
                  <a:lnTo>
                    <a:pt x="831173" y="134086"/>
                  </a:lnTo>
                  <a:lnTo>
                    <a:pt x="825252" y="153807"/>
                  </a:lnTo>
                  <a:lnTo>
                    <a:pt x="815893" y="166079"/>
                  </a:lnTo>
                  <a:lnTo>
                    <a:pt x="803512" y="170302"/>
                  </a:lnTo>
                  <a:lnTo>
                    <a:pt x="843455" y="170302"/>
                  </a:lnTo>
                  <a:lnTo>
                    <a:pt x="853832" y="144009"/>
                  </a:lnTo>
                  <a:lnTo>
                    <a:pt x="857687" y="107515"/>
                  </a:lnTo>
                  <a:lnTo>
                    <a:pt x="853832" y="71065"/>
                  </a:lnTo>
                  <a:lnTo>
                    <a:pt x="843402" y="44728"/>
                  </a:lnTo>
                  <a:close/>
                </a:path>
                <a:path w="1555114" h="248920">
                  <a:moveTo>
                    <a:pt x="961313" y="119184"/>
                  </a:moveTo>
                  <a:lnTo>
                    <a:pt x="936032" y="119184"/>
                  </a:lnTo>
                  <a:lnTo>
                    <a:pt x="936032" y="248925"/>
                  </a:lnTo>
                  <a:lnTo>
                    <a:pt x="961313" y="248925"/>
                  </a:lnTo>
                  <a:lnTo>
                    <a:pt x="961313" y="119184"/>
                  </a:lnTo>
                  <a:close/>
                </a:path>
                <a:path w="1555114" h="248920">
                  <a:moveTo>
                    <a:pt x="905194" y="4722"/>
                  </a:moveTo>
                  <a:lnTo>
                    <a:pt x="880190" y="4722"/>
                  </a:lnTo>
                  <a:lnTo>
                    <a:pt x="880190" y="236701"/>
                  </a:lnTo>
                  <a:lnTo>
                    <a:pt x="905194" y="236701"/>
                  </a:lnTo>
                  <a:lnTo>
                    <a:pt x="905194" y="119184"/>
                  </a:lnTo>
                  <a:lnTo>
                    <a:pt x="961313" y="119184"/>
                  </a:lnTo>
                  <a:lnTo>
                    <a:pt x="961313" y="97514"/>
                  </a:lnTo>
                  <a:lnTo>
                    <a:pt x="905194" y="97514"/>
                  </a:lnTo>
                  <a:lnTo>
                    <a:pt x="905194" y="4722"/>
                  </a:lnTo>
                  <a:close/>
                </a:path>
                <a:path w="1555114" h="248920">
                  <a:moveTo>
                    <a:pt x="961313" y="0"/>
                  </a:moveTo>
                  <a:lnTo>
                    <a:pt x="936032" y="0"/>
                  </a:lnTo>
                  <a:lnTo>
                    <a:pt x="936032" y="97514"/>
                  </a:lnTo>
                  <a:lnTo>
                    <a:pt x="961313" y="97514"/>
                  </a:lnTo>
                  <a:lnTo>
                    <a:pt x="961313" y="0"/>
                  </a:lnTo>
                  <a:close/>
                </a:path>
                <a:path w="1555114" h="248920">
                  <a:moveTo>
                    <a:pt x="1141936" y="18613"/>
                  </a:moveTo>
                  <a:lnTo>
                    <a:pt x="1116251" y="24743"/>
                  </a:lnTo>
                  <a:lnTo>
                    <a:pt x="1096062" y="42228"/>
                  </a:lnTo>
                  <a:lnTo>
                    <a:pt x="1082904" y="69715"/>
                  </a:lnTo>
                  <a:lnTo>
                    <a:pt x="1078316" y="105848"/>
                  </a:lnTo>
                  <a:lnTo>
                    <a:pt x="1082904" y="142143"/>
                  </a:lnTo>
                  <a:lnTo>
                    <a:pt x="1093961" y="165310"/>
                  </a:lnTo>
                  <a:lnTo>
                    <a:pt x="1096102" y="169747"/>
                  </a:lnTo>
                  <a:lnTo>
                    <a:pt x="1116251" y="187228"/>
                  </a:lnTo>
                  <a:lnTo>
                    <a:pt x="1141936" y="193361"/>
                  </a:lnTo>
                  <a:lnTo>
                    <a:pt x="1167587" y="187228"/>
                  </a:lnTo>
                  <a:lnTo>
                    <a:pt x="1187702" y="169747"/>
                  </a:lnTo>
                  <a:lnTo>
                    <a:pt x="1141936" y="169747"/>
                  </a:lnTo>
                  <a:lnTo>
                    <a:pt x="1126335" y="165310"/>
                  </a:lnTo>
                  <a:lnTo>
                    <a:pt x="1114224" y="152591"/>
                  </a:lnTo>
                  <a:lnTo>
                    <a:pt x="1106384" y="132476"/>
                  </a:lnTo>
                  <a:lnTo>
                    <a:pt x="1103597" y="105848"/>
                  </a:lnTo>
                  <a:lnTo>
                    <a:pt x="1106384" y="79382"/>
                  </a:lnTo>
                  <a:lnTo>
                    <a:pt x="1114224" y="59349"/>
                  </a:lnTo>
                  <a:lnTo>
                    <a:pt x="1126335" y="46660"/>
                  </a:lnTo>
                  <a:lnTo>
                    <a:pt x="1141936" y="42228"/>
                  </a:lnTo>
                  <a:lnTo>
                    <a:pt x="1187742" y="42228"/>
                  </a:lnTo>
                  <a:lnTo>
                    <a:pt x="1167587" y="24743"/>
                  </a:lnTo>
                  <a:lnTo>
                    <a:pt x="1141936" y="18613"/>
                  </a:lnTo>
                  <a:close/>
                </a:path>
                <a:path w="1555114" h="248920">
                  <a:moveTo>
                    <a:pt x="1187742" y="42228"/>
                  </a:moveTo>
                  <a:lnTo>
                    <a:pt x="1141936" y="42228"/>
                  </a:lnTo>
                  <a:lnTo>
                    <a:pt x="1157698" y="46660"/>
                  </a:lnTo>
                  <a:lnTo>
                    <a:pt x="1169892" y="59349"/>
                  </a:lnTo>
                  <a:lnTo>
                    <a:pt x="1177762" y="79382"/>
                  </a:lnTo>
                  <a:lnTo>
                    <a:pt x="1180553" y="105848"/>
                  </a:lnTo>
                  <a:lnTo>
                    <a:pt x="1177762" y="132476"/>
                  </a:lnTo>
                  <a:lnTo>
                    <a:pt x="1169892" y="152591"/>
                  </a:lnTo>
                  <a:lnTo>
                    <a:pt x="1157698" y="165310"/>
                  </a:lnTo>
                  <a:lnTo>
                    <a:pt x="1141936" y="169747"/>
                  </a:lnTo>
                  <a:lnTo>
                    <a:pt x="1187725" y="169747"/>
                  </a:lnTo>
                  <a:lnTo>
                    <a:pt x="1200968" y="142143"/>
                  </a:lnTo>
                  <a:lnTo>
                    <a:pt x="1205835" y="105848"/>
                  </a:lnTo>
                  <a:lnTo>
                    <a:pt x="1200968" y="69715"/>
                  </a:lnTo>
                  <a:lnTo>
                    <a:pt x="1187742" y="42228"/>
                  </a:lnTo>
                  <a:close/>
                </a:path>
                <a:path w="1555114" h="248920">
                  <a:moveTo>
                    <a:pt x="1269177" y="0"/>
                  </a:moveTo>
                  <a:lnTo>
                    <a:pt x="1242784" y="0"/>
                  </a:lnTo>
                  <a:lnTo>
                    <a:pt x="1242784" y="248925"/>
                  </a:lnTo>
                  <a:lnTo>
                    <a:pt x="1269177" y="248925"/>
                  </a:lnTo>
                  <a:lnTo>
                    <a:pt x="1269177" y="119739"/>
                  </a:lnTo>
                  <a:lnTo>
                    <a:pt x="1309183" y="119739"/>
                  </a:lnTo>
                  <a:lnTo>
                    <a:pt x="1309183" y="97514"/>
                  </a:lnTo>
                  <a:lnTo>
                    <a:pt x="1269177" y="97514"/>
                  </a:lnTo>
                  <a:lnTo>
                    <a:pt x="1269177" y="0"/>
                  </a:lnTo>
                  <a:close/>
                </a:path>
                <a:path w="1555114" h="248920">
                  <a:moveTo>
                    <a:pt x="1554795" y="121128"/>
                  </a:moveTo>
                  <a:lnTo>
                    <a:pt x="1327540" y="121128"/>
                  </a:lnTo>
                  <a:lnTo>
                    <a:pt x="1327540" y="142243"/>
                  </a:lnTo>
                  <a:lnTo>
                    <a:pt x="1554795" y="142243"/>
                  </a:lnTo>
                  <a:lnTo>
                    <a:pt x="1554795" y="121128"/>
                  </a:lnTo>
                  <a:close/>
                </a:path>
                <a:path w="1555114" h="248920">
                  <a:moveTo>
                    <a:pt x="1453947" y="94736"/>
                  </a:moveTo>
                  <a:lnTo>
                    <a:pt x="1428388" y="94736"/>
                  </a:lnTo>
                  <a:lnTo>
                    <a:pt x="1428388" y="121128"/>
                  </a:lnTo>
                  <a:lnTo>
                    <a:pt x="1453947" y="121128"/>
                  </a:lnTo>
                  <a:lnTo>
                    <a:pt x="1453947" y="94736"/>
                  </a:lnTo>
                  <a:close/>
                </a:path>
                <a:path w="1555114" h="248920">
                  <a:moveTo>
                    <a:pt x="1526736" y="11390"/>
                  </a:moveTo>
                  <a:lnTo>
                    <a:pt x="1355877" y="11390"/>
                  </a:lnTo>
                  <a:lnTo>
                    <a:pt x="1355877" y="94736"/>
                  </a:lnTo>
                  <a:lnTo>
                    <a:pt x="1528403" y="94736"/>
                  </a:lnTo>
                  <a:lnTo>
                    <a:pt x="1528403" y="73621"/>
                  </a:lnTo>
                  <a:lnTo>
                    <a:pt x="1381992" y="73621"/>
                  </a:lnTo>
                  <a:lnTo>
                    <a:pt x="1381992" y="32226"/>
                  </a:lnTo>
                  <a:lnTo>
                    <a:pt x="1526736" y="32226"/>
                  </a:lnTo>
                  <a:lnTo>
                    <a:pt x="1526736" y="11390"/>
                  </a:lnTo>
                  <a:close/>
                </a:path>
                <a:path w="1555114" h="248920">
                  <a:moveTo>
                    <a:pt x="1440890" y="158356"/>
                  </a:moveTo>
                  <a:lnTo>
                    <a:pt x="1404652" y="161369"/>
                  </a:lnTo>
                  <a:lnTo>
                    <a:pt x="1377477" y="170163"/>
                  </a:lnTo>
                  <a:lnTo>
                    <a:pt x="1360409" y="184376"/>
                  </a:lnTo>
                  <a:lnTo>
                    <a:pt x="1354488" y="203641"/>
                  </a:lnTo>
                  <a:lnTo>
                    <a:pt x="1360409" y="222867"/>
                  </a:lnTo>
                  <a:lnTo>
                    <a:pt x="1377477" y="237014"/>
                  </a:lnTo>
                  <a:lnTo>
                    <a:pt x="1404652" y="245795"/>
                  </a:lnTo>
                  <a:lnTo>
                    <a:pt x="1440890" y="248925"/>
                  </a:lnTo>
                  <a:lnTo>
                    <a:pt x="1476924" y="245795"/>
                  </a:lnTo>
                  <a:lnTo>
                    <a:pt x="1503920" y="237014"/>
                  </a:lnTo>
                  <a:lnTo>
                    <a:pt x="1514608" y="228089"/>
                  </a:lnTo>
                  <a:lnTo>
                    <a:pt x="1440890" y="228089"/>
                  </a:lnTo>
                  <a:lnTo>
                    <a:pt x="1415500" y="226613"/>
                  </a:lnTo>
                  <a:lnTo>
                    <a:pt x="1396751" y="221907"/>
                  </a:lnTo>
                  <a:lnTo>
                    <a:pt x="1385139" y="214180"/>
                  </a:lnTo>
                  <a:lnTo>
                    <a:pt x="1381159" y="203641"/>
                  </a:lnTo>
                  <a:lnTo>
                    <a:pt x="1385139" y="193097"/>
                  </a:lnTo>
                  <a:lnTo>
                    <a:pt x="1396751" y="185339"/>
                  </a:lnTo>
                  <a:lnTo>
                    <a:pt x="1415500" y="180551"/>
                  </a:lnTo>
                  <a:lnTo>
                    <a:pt x="1440890" y="178915"/>
                  </a:lnTo>
                  <a:lnTo>
                    <a:pt x="1514352" y="178915"/>
                  </a:lnTo>
                  <a:lnTo>
                    <a:pt x="1503920" y="170163"/>
                  </a:lnTo>
                  <a:lnTo>
                    <a:pt x="1476924" y="161369"/>
                  </a:lnTo>
                  <a:lnTo>
                    <a:pt x="1440890" y="158356"/>
                  </a:lnTo>
                  <a:close/>
                </a:path>
                <a:path w="1555114" h="248920">
                  <a:moveTo>
                    <a:pt x="1514352" y="178915"/>
                  </a:moveTo>
                  <a:lnTo>
                    <a:pt x="1440890" y="178915"/>
                  </a:lnTo>
                  <a:lnTo>
                    <a:pt x="1466002" y="180551"/>
                  </a:lnTo>
                  <a:lnTo>
                    <a:pt x="1484681" y="185339"/>
                  </a:lnTo>
                  <a:lnTo>
                    <a:pt x="1496327" y="193097"/>
                  </a:lnTo>
                  <a:lnTo>
                    <a:pt x="1500343" y="203641"/>
                  </a:lnTo>
                  <a:lnTo>
                    <a:pt x="1496327" y="214180"/>
                  </a:lnTo>
                  <a:lnTo>
                    <a:pt x="1484681" y="221907"/>
                  </a:lnTo>
                  <a:lnTo>
                    <a:pt x="1466002" y="226613"/>
                  </a:lnTo>
                  <a:lnTo>
                    <a:pt x="1440890" y="228089"/>
                  </a:lnTo>
                  <a:lnTo>
                    <a:pt x="1514608" y="228089"/>
                  </a:lnTo>
                  <a:lnTo>
                    <a:pt x="1520862" y="222867"/>
                  </a:lnTo>
                  <a:lnTo>
                    <a:pt x="1526736" y="203641"/>
                  </a:lnTo>
                  <a:lnTo>
                    <a:pt x="1520862" y="184376"/>
                  </a:lnTo>
                  <a:lnTo>
                    <a:pt x="1514352" y="1789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187420" y="7032199"/>
              <a:ext cx="8890" cy="795655"/>
            </a:xfrm>
            <a:custGeom>
              <a:avLst/>
              <a:gdLst/>
              <a:ahLst/>
              <a:cxnLst/>
              <a:rect l="l" t="t" r="r" b="b"/>
              <a:pathLst>
                <a:path w="8889" h="795654">
                  <a:moveTo>
                    <a:pt x="8890" y="0"/>
                  </a:moveTo>
                  <a:lnTo>
                    <a:pt x="5080" y="0"/>
                  </a:lnTo>
                  <a:lnTo>
                    <a:pt x="0" y="0"/>
                  </a:lnTo>
                  <a:lnTo>
                    <a:pt x="0" y="795108"/>
                  </a:lnTo>
                  <a:lnTo>
                    <a:pt x="5080" y="795108"/>
                  </a:lnTo>
                  <a:lnTo>
                    <a:pt x="8890" y="795108"/>
                  </a:lnTo>
                  <a:lnTo>
                    <a:pt x="8890" y="0"/>
                  </a:lnTo>
                  <a:close/>
                </a:path>
              </a:pathLst>
            </a:custGeom>
            <a:solidFill>
              <a:srgbClr val="9C95A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9316" y="6990135"/>
              <a:ext cx="4722064" cy="31839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65491" y="7547607"/>
              <a:ext cx="6100449" cy="308098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765491" y="5646521"/>
            <a:ext cx="1576859" cy="8884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621167" y="5438970"/>
            <a:ext cx="4419577" cy="9081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8383" y="882028"/>
            <a:ext cx="1417320" cy="288925"/>
          </a:xfrm>
          <a:custGeom>
            <a:avLst/>
            <a:gdLst/>
            <a:ahLst/>
            <a:cxnLst/>
            <a:rect l="l" t="t" r="r" b="b"/>
            <a:pathLst>
              <a:path w="1417320" h="288925">
                <a:moveTo>
                  <a:pt x="48182" y="194631"/>
                </a:moveTo>
                <a:lnTo>
                  <a:pt x="0" y="194631"/>
                </a:lnTo>
                <a:lnTo>
                  <a:pt x="6983" y="222080"/>
                </a:lnTo>
                <a:lnTo>
                  <a:pt x="25200" y="243527"/>
                </a:lnTo>
                <a:lnTo>
                  <a:pt x="52689" y="257484"/>
                </a:lnTo>
                <a:lnTo>
                  <a:pt x="87489" y="262467"/>
                </a:lnTo>
                <a:lnTo>
                  <a:pt x="122918" y="257484"/>
                </a:lnTo>
                <a:lnTo>
                  <a:pt x="123120" y="257484"/>
                </a:lnTo>
                <a:lnTo>
                  <a:pt x="151203" y="243527"/>
                </a:lnTo>
                <a:lnTo>
                  <a:pt x="168847" y="223160"/>
                </a:lnTo>
                <a:lnTo>
                  <a:pt x="87806" y="223160"/>
                </a:lnTo>
                <a:lnTo>
                  <a:pt x="72387" y="221110"/>
                </a:lnTo>
                <a:lnTo>
                  <a:pt x="60029" y="215315"/>
                </a:lnTo>
                <a:lnTo>
                  <a:pt x="51654" y="206310"/>
                </a:lnTo>
                <a:lnTo>
                  <a:pt x="48276" y="194948"/>
                </a:lnTo>
                <a:lnTo>
                  <a:pt x="48182" y="194631"/>
                </a:lnTo>
                <a:close/>
              </a:path>
              <a:path w="1417320" h="288925">
                <a:moveTo>
                  <a:pt x="161220" y="64665"/>
                </a:moveTo>
                <a:lnTo>
                  <a:pt x="88123" y="64665"/>
                </a:lnTo>
                <a:lnTo>
                  <a:pt x="101932" y="66820"/>
                </a:lnTo>
                <a:lnTo>
                  <a:pt x="112531" y="72868"/>
                </a:lnTo>
                <a:lnTo>
                  <a:pt x="119326" y="82184"/>
                </a:lnTo>
                <a:lnTo>
                  <a:pt x="121724" y="94145"/>
                </a:lnTo>
                <a:lnTo>
                  <a:pt x="118895" y="106523"/>
                </a:lnTo>
                <a:lnTo>
                  <a:pt x="110986" y="116137"/>
                </a:lnTo>
                <a:lnTo>
                  <a:pt x="98856" y="122362"/>
                </a:lnTo>
                <a:lnTo>
                  <a:pt x="83368" y="124576"/>
                </a:lnTo>
                <a:lnTo>
                  <a:pt x="62129" y="124576"/>
                </a:lnTo>
                <a:lnTo>
                  <a:pt x="62129" y="159762"/>
                </a:lnTo>
                <a:lnTo>
                  <a:pt x="83368" y="159762"/>
                </a:lnTo>
                <a:lnTo>
                  <a:pt x="101565" y="162135"/>
                </a:lnTo>
                <a:lnTo>
                  <a:pt x="115305" y="168757"/>
                </a:lnTo>
                <a:lnTo>
                  <a:pt x="123933" y="178886"/>
                </a:lnTo>
                <a:lnTo>
                  <a:pt x="126795" y="191778"/>
                </a:lnTo>
                <a:lnTo>
                  <a:pt x="124046" y="204438"/>
                </a:lnTo>
                <a:lnTo>
                  <a:pt x="115978" y="214364"/>
                </a:lnTo>
                <a:lnTo>
                  <a:pt x="103571" y="220842"/>
                </a:lnTo>
                <a:lnTo>
                  <a:pt x="87806" y="223160"/>
                </a:lnTo>
                <a:lnTo>
                  <a:pt x="168847" y="223160"/>
                </a:lnTo>
                <a:lnTo>
                  <a:pt x="169777" y="222080"/>
                </a:lnTo>
                <a:lnTo>
                  <a:pt x="176246" y="194948"/>
                </a:lnTo>
                <a:lnTo>
                  <a:pt x="172982" y="175171"/>
                </a:lnTo>
                <a:lnTo>
                  <a:pt x="162972" y="159168"/>
                </a:lnTo>
                <a:lnTo>
                  <a:pt x="146602" y="147741"/>
                </a:lnTo>
                <a:lnTo>
                  <a:pt x="124259" y="141694"/>
                </a:lnTo>
                <a:lnTo>
                  <a:pt x="124259" y="139792"/>
                </a:lnTo>
                <a:lnTo>
                  <a:pt x="141922" y="133952"/>
                </a:lnTo>
                <a:lnTo>
                  <a:pt x="155721" y="123507"/>
                </a:lnTo>
                <a:lnTo>
                  <a:pt x="164646" y="109079"/>
                </a:lnTo>
                <a:lnTo>
                  <a:pt x="167687" y="91293"/>
                </a:lnTo>
                <a:lnTo>
                  <a:pt x="162341" y="66820"/>
                </a:lnTo>
                <a:lnTo>
                  <a:pt x="162237" y="66344"/>
                </a:lnTo>
                <a:lnTo>
                  <a:pt x="162120" y="65810"/>
                </a:lnTo>
                <a:lnTo>
                  <a:pt x="161220" y="64665"/>
                </a:lnTo>
                <a:close/>
              </a:path>
              <a:path w="1417320" h="288925">
                <a:moveTo>
                  <a:pt x="88123" y="26627"/>
                </a:moveTo>
                <a:lnTo>
                  <a:pt x="54729" y="31604"/>
                </a:lnTo>
                <a:lnTo>
                  <a:pt x="55203" y="31604"/>
                </a:lnTo>
                <a:lnTo>
                  <a:pt x="29017" y="45289"/>
                </a:lnTo>
                <a:lnTo>
                  <a:pt x="11451" y="66344"/>
                </a:lnTo>
                <a:lnTo>
                  <a:pt x="4754" y="93511"/>
                </a:lnTo>
                <a:lnTo>
                  <a:pt x="50401" y="93511"/>
                </a:lnTo>
                <a:lnTo>
                  <a:pt x="53709" y="81649"/>
                </a:lnTo>
                <a:lnTo>
                  <a:pt x="61892" y="72551"/>
                </a:lnTo>
                <a:lnTo>
                  <a:pt x="73557" y="66820"/>
                </a:lnTo>
                <a:lnTo>
                  <a:pt x="73067" y="66820"/>
                </a:lnTo>
                <a:lnTo>
                  <a:pt x="88123" y="64665"/>
                </a:lnTo>
                <a:lnTo>
                  <a:pt x="161220" y="64665"/>
                </a:lnTo>
                <a:lnTo>
                  <a:pt x="145973" y="45289"/>
                </a:lnTo>
                <a:lnTo>
                  <a:pt x="120792" y="31604"/>
                </a:lnTo>
                <a:lnTo>
                  <a:pt x="88123" y="26627"/>
                </a:lnTo>
                <a:close/>
              </a:path>
              <a:path w="1417320" h="288925">
                <a:moveTo>
                  <a:pt x="289697" y="186389"/>
                </a:moveTo>
                <a:lnTo>
                  <a:pt x="249439" y="186389"/>
                </a:lnTo>
                <a:lnTo>
                  <a:pt x="249439" y="283388"/>
                </a:lnTo>
                <a:lnTo>
                  <a:pt x="446924" y="283388"/>
                </a:lnTo>
                <a:lnTo>
                  <a:pt x="446924" y="251055"/>
                </a:lnTo>
                <a:lnTo>
                  <a:pt x="289697" y="251055"/>
                </a:lnTo>
                <a:lnTo>
                  <a:pt x="289697" y="186389"/>
                </a:lnTo>
                <a:close/>
              </a:path>
              <a:path w="1417320" h="288925">
                <a:moveTo>
                  <a:pt x="436463" y="0"/>
                </a:moveTo>
                <a:lnTo>
                  <a:pt x="395889" y="0"/>
                </a:lnTo>
                <a:lnTo>
                  <a:pt x="395889" y="208579"/>
                </a:lnTo>
                <a:lnTo>
                  <a:pt x="436463" y="208579"/>
                </a:lnTo>
                <a:lnTo>
                  <a:pt x="436463" y="111897"/>
                </a:lnTo>
                <a:lnTo>
                  <a:pt x="475453" y="111897"/>
                </a:lnTo>
                <a:lnTo>
                  <a:pt x="475453" y="78613"/>
                </a:lnTo>
                <a:lnTo>
                  <a:pt x="436463" y="78613"/>
                </a:lnTo>
                <a:lnTo>
                  <a:pt x="436463" y="0"/>
                </a:lnTo>
                <a:close/>
              </a:path>
              <a:path w="1417320" h="288925">
                <a:moveTo>
                  <a:pt x="348974" y="23140"/>
                </a:moveTo>
                <a:lnTo>
                  <a:pt x="218691" y="23140"/>
                </a:lnTo>
                <a:lnTo>
                  <a:pt x="218691" y="161030"/>
                </a:lnTo>
                <a:lnTo>
                  <a:pt x="243100" y="161030"/>
                </a:lnTo>
                <a:lnTo>
                  <a:pt x="285883" y="160664"/>
                </a:lnTo>
                <a:lnTo>
                  <a:pt x="320287" y="159287"/>
                </a:lnTo>
                <a:lnTo>
                  <a:pt x="349460" y="156483"/>
                </a:lnTo>
                <a:lnTo>
                  <a:pt x="376552" y="151838"/>
                </a:lnTo>
                <a:lnTo>
                  <a:pt x="373563" y="128380"/>
                </a:lnTo>
                <a:lnTo>
                  <a:pt x="259266" y="128380"/>
                </a:lnTo>
                <a:lnTo>
                  <a:pt x="259266" y="55473"/>
                </a:lnTo>
                <a:lnTo>
                  <a:pt x="348974" y="55473"/>
                </a:lnTo>
                <a:lnTo>
                  <a:pt x="348974" y="23140"/>
                </a:lnTo>
                <a:close/>
              </a:path>
              <a:path w="1417320" h="288925">
                <a:moveTo>
                  <a:pt x="372431" y="119505"/>
                </a:moveTo>
                <a:lnTo>
                  <a:pt x="348442" y="123789"/>
                </a:lnTo>
                <a:lnTo>
                  <a:pt x="323278" y="126439"/>
                </a:lnTo>
                <a:lnTo>
                  <a:pt x="294400" y="127840"/>
                </a:lnTo>
                <a:lnTo>
                  <a:pt x="259266" y="128380"/>
                </a:lnTo>
                <a:lnTo>
                  <a:pt x="373563" y="128380"/>
                </a:lnTo>
                <a:lnTo>
                  <a:pt x="372431" y="119505"/>
                </a:lnTo>
                <a:close/>
              </a:path>
              <a:path w="1417320" h="288925">
                <a:moveTo>
                  <a:pt x="745497" y="0"/>
                </a:moveTo>
                <a:lnTo>
                  <a:pt x="707459" y="0"/>
                </a:lnTo>
                <a:lnTo>
                  <a:pt x="707459" y="288460"/>
                </a:lnTo>
                <a:lnTo>
                  <a:pt x="745497" y="288460"/>
                </a:lnTo>
                <a:lnTo>
                  <a:pt x="745497" y="0"/>
                </a:lnTo>
                <a:close/>
              </a:path>
              <a:path w="1417320" h="288925">
                <a:moveTo>
                  <a:pt x="685269" y="108727"/>
                </a:moveTo>
                <a:lnTo>
                  <a:pt x="646914" y="108727"/>
                </a:lnTo>
                <a:lnTo>
                  <a:pt x="646914" y="148034"/>
                </a:lnTo>
                <a:lnTo>
                  <a:pt x="606022" y="148034"/>
                </a:lnTo>
                <a:lnTo>
                  <a:pt x="606022" y="180684"/>
                </a:lnTo>
                <a:lnTo>
                  <a:pt x="646914" y="180684"/>
                </a:lnTo>
                <a:lnTo>
                  <a:pt x="646914" y="275781"/>
                </a:lnTo>
                <a:lnTo>
                  <a:pt x="685269" y="275781"/>
                </a:lnTo>
                <a:lnTo>
                  <a:pt x="685269" y="108727"/>
                </a:lnTo>
                <a:close/>
              </a:path>
              <a:path w="1417320" h="288925">
                <a:moveTo>
                  <a:pt x="620920" y="34234"/>
                </a:moveTo>
                <a:lnTo>
                  <a:pt x="507755" y="34234"/>
                </a:lnTo>
                <a:lnTo>
                  <a:pt x="507755" y="66884"/>
                </a:lnTo>
                <a:lnTo>
                  <a:pt x="580663" y="66884"/>
                </a:lnTo>
                <a:lnTo>
                  <a:pt x="572530" y="106699"/>
                </a:lnTo>
                <a:lnTo>
                  <a:pt x="555660" y="141714"/>
                </a:lnTo>
                <a:lnTo>
                  <a:pt x="528865" y="172598"/>
                </a:lnTo>
                <a:lnTo>
                  <a:pt x="490955" y="200020"/>
                </a:lnTo>
                <a:lnTo>
                  <a:pt x="514729" y="228549"/>
                </a:lnTo>
                <a:lnTo>
                  <a:pt x="550742" y="203007"/>
                </a:lnTo>
                <a:lnTo>
                  <a:pt x="578285" y="174463"/>
                </a:lnTo>
                <a:lnTo>
                  <a:pt x="598221" y="143006"/>
                </a:lnTo>
                <a:lnTo>
                  <a:pt x="611411" y="108727"/>
                </a:lnTo>
                <a:lnTo>
                  <a:pt x="685269" y="108727"/>
                </a:lnTo>
                <a:lnTo>
                  <a:pt x="685269" y="76077"/>
                </a:lnTo>
                <a:lnTo>
                  <a:pt x="618384" y="76077"/>
                </a:lnTo>
                <a:lnTo>
                  <a:pt x="619345" y="66884"/>
                </a:lnTo>
                <a:lnTo>
                  <a:pt x="619449" y="65884"/>
                </a:lnTo>
                <a:lnTo>
                  <a:pt x="620247" y="55512"/>
                </a:lnTo>
                <a:lnTo>
                  <a:pt x="620747" y="44963"/>
                </a:lnTo>
                <a:lnTo>
                  <a:pt x="620920" y="34234"/>
                </a:lnTo>
                <a:close/>
              </a:path>
              <a:path w="1417320" h="288925">
                <a:moveTo>
                  <a:pt x="685269" y="6339"/>
                </a:moveTo>
                <a:lnTo>
                  <a:pt x="646914" y="6339"/>
                </a:lnTo>
                <a:lnTo>
                  <a:pt x="646914" y="76077"/>
                </a:lnTo>
                <a:lnTo>
                  <a:pt x="685269" y="76077"/>
                </a:lnTo>
                <a:lnTo>
                  <a:pt x="685269" y="6339"/>
                </a:lnTo>
                <a:close/>
              </a:path>
              <a:path w="1417320" h="288925">
                <a:moveTo>
                  <a:pt x="1015828" y="172125"/>
                </a:moveTo>
                <a:lnTo>
                  <a:pt x="975253" y="172125"/>
                </a:lnTo>
                <a:lnTo>
                  <a:pt x="975253" y="288777"/>
                </a:lnTo>
                <a:lnTo>
                  <a:pt x="1015828" y="288777"/>
                </a:lnTo>
                <a:lnTo>
                  <a:pt x="1015828" y="172125"/>
                </a:lnTo>
                <a:close/>
              </a:path>
              <a:path w="1417320" h="288925">
                <a:moveTo>
                  <a:pt x="1128359" y="139475"/>
                </a:moveTo>
                <a:lnTo>
                  <a:pt x="865258" y="139475"/>
                </a:lnTo>
                <a:lnTo>
                  <a:pt x="865258" y="172125"/>
                </a:lnTo>
                <a:lnTo>
                  <a:pt x="1128359" y="172125"/>
                </a:lnTo>
                <a:lnTo>
                  <a:pt x="1128359" y="139475"/>
                </a:lnTo>
                <a:close/>
              </a:path>
              <a:path w="1417320" h="288925">
                <a:moveTo>
                  <a:pt x="1097611" y="16800"/>
                </a:moveTo>
                <a:lnTo>
                  <a:pt x="895372" y="16800"/>
                </a:lnTo>
                <a:lnTo>
                  <a:pt x="895372" y="49133"/>
                </a:lnTo>
                <a:lnTo>
                  <a:pt x="1057353" y="49133"/>
                </a:lnTo>
                <a:lnTo>
                  <a:pt x="1057194" y="63605"/>
                </a:lnTo>
                <a:lnTo>
                  <a:pt x="1057140" y="68509"/>
                </a:lnTo>
                <a:lnTo>
                  <a:pt x="1056125" y="89668"/>
                </a:lnTo>
                <a:lnTo>
                  <a:pt x="1053743" y="113145"/>
                </a:lnTo>
                <a:lnTo>
                  <a:pt x="1049429" y="139475"/>
                </a:lnTo>
                <a:lnTo>
                  <a:pt x="1090320" y="139475"/>
                </a:lnTo>
                <a:lnTo>
                  <a:pt x="1094535" y="111174"/>
                </a:lnTo>
                <a:lnTo>
                  <a:pt x="1096700" y="86141"/>
                </a:lnTo>
                <a:lnTo>
                  <a:pt x="1097497" y="63605"/>
                </a:lnTo>
                <a:lnTo>
                  <a:pt x="1097611" y="16800"/>
                </a:lnTo>
                <a:close/>
              </a:path>
              <a:path w="1417320" h="288925">
                <a:moveTo>
                  <a:pt x="1417106" y="222209"/>
                </a:moveTo>
                <a:lnTo>
                  <a:pt x="1153053" y="222209"/>
                </a:lnTo>
                <a:lnTo>
                  <a:pt x="1153053" y="254859"/>
                </a:lnTo>
                <a:lnTo>
                  <a:pt x="1417106" y="254859"/>
                </a:lnTo>
                <a:lnTo>
                  <a:pt x="1417106" y="222209"/>
                </a:lnTo>
                <a:close/>
              </a:path>
              <a:path w="1417320" h="288925">
                <a:moveTo>
                  <a:pt x="1305208" y="157860"/>
                </a:moveTo>
                <a:lnTo>
                  <a:pt x="1264634" y="157860"/>
                </a:lnTo>
                <a:lnTo>
                  <a:pt x="1264634" y="222209"/>
                </a:lnTo>
                <a:lnTo>
                  <a:pt x="1305208" y="222209"/>
                </a:lnTo>
                <a:lnTo>
                  <a:pt x="1305208" y="157860"/>
                </a:lnTo>
                <a:close/>
              </a:path>
              <a:path w="1417320" h="288925">
                <a:moveTo>
                  <a:pt x="1306159" y="54522"/>
                </a:moveTo>
                <a:lnTo>
                  <a:pt x="1263049" y="54522"/>
                </a:lnTo>
                <a:lnTo>
                  <a:pt x="1254635" y="82177"/>
                </a:lnTo>
                <a:lnTo>
                  <a:pt x="1254567" y="82402"/>
                </a:lnTo>
                <a:lnTo>
                  <a:pt x="1234658" y="107221"/>
                </a:lnTo>
                <a:lnTo>
                  <a:pt x="1204141" y="126691"/>
                </a:lnTo>
                <a:lnTo>
                  <a:pt x="1163831" y="138524"/>
                </a:lnTo>
                <a:lnTo>
                  <a:pt x="1179680" y="170540"/>
                </a:lnTo>
                <a:lnTo>
                  <a:pt x="1214534" y="160718"/>
                </a:lnTo>
                <a:lnTo>
                  <a:pt x="1244069" y="145458"/>
                </a:lnTo>
                <a:lnTo>
                  <a:pt x="1267719" y="125384"/>
                </a:lnTo>
                <a:lnTo>
                  <a:pt x="1284921" y="101119"/>
                </a:lnTo>
                <a:lnTo>
                  <a:pt x="1330218" y="101119"/>
                </a:lnTo>
                <a:lnTo>
                  <a:pt x="1314649" y="82177"/>
                </a:lnTo>
                <a:lnTo>
                  <a:pt x="1306159" y="54522"/>
                </a:lnTo>
                <a:close/>
              </a:path>
              <a:path w="1417320" h="288925">
                <a:moveTo>
                  <a:pt x="1330218" y="101119"/>
                </a:moveTo>
                <a:lnTo>
                  <a:pt x="1284921" y="101119"/>
                </a:lnTo>
                <a:lnTo>
                  <a:pt x="1302276" y="124913"/>
                </a:lnTo>
                <a:lnTo>
                  <a:pt x="1326169" y="144547"/>
                </a:lnTo>
                <a:lnTo>
                  <a:pt x="1356065" y="159425"/>
                </a:lnTo>
                <a:lnTo>
                  <a:pt x="1391430" y="168955"/>
                </a:lnTo>
                <a:lnTo>
                  <a:pt x="1407279" y="136939"/>
                </a:lnTo>
                <a:lnTo>
                  <a:pt x="1365803" y="125599"/>
                </a:lnTo>
                <a:lnTo>
                  <a:pt x="1334728" y="106607"/>
                </a:lnTo>
                <a:lnTo>
                  <a:pt x="1330218" y="101119"/>
                </a:lnTo>
                <a:close/>
              </a:path>
              <a:path w="1417320" h="288925">
                <a:moveTo>
                  <a:pt x="1393966" y="21872"/>
                </a:moveTo>
                <a:lnTo>
                  <a:pt x="1174926" y="21872"/>
                </a:lnTo>
                <a:lnTo>
                  <a:pt x="1174926" y="54522"/>
                </a:lnTo>
                <a:lnTo>
                  <a:pt x="1393966" y="54522"/>
                </a:lnTo>
                <a:lnTo>
                  <a:pt x="1393966" y="21872"/>
                </a:lnTo>
                <a:close/>
              </a:path>
            </a:pathLst>
          </a:custGeom>
          <a:solidFill>
            <a:srgbClr val="2426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62462" y="1533514"/>
            <a:ext cx="2963545" cy="437515"/>
          </a:xfrm>
          <a:custGeom>
            <a:avLst/>
            <a:gdLst/>
            <a:ahLst/>
            <a:cxnLst/>
            <a:rect l="l" t="t" r="r" b="b"/>
            <a:pathLst>
              <a:path w="2963545" h="437514">
                <a:moveTo>
                  <a:pt x="213385" y="45176"/>
                </a:moveTo>
                <a:lnTo>
                  <a:pt x="120629" y="45176"/>
                </a:lnTo>
                <a:lnTo>
                  <a:pt x="0" y="393128"/>
                </a:lnTo>
                <a:lnTo>
                  <a:pt x="77856" y="393128"/>
                </a:lnTo>
                <a:lnTo>
                  <a:pt x="104289" y="312868"/>
                </a:lnTo>
                <a:lnTo>
                  <a:pt x="305820" y="312868"/>
                </a:lnTo>
                <a:lnTo>
                  <a:pt x="286404" y="256638"/>
                </a:lnTo>
                <a:lnTo>
                  <a:pt x="122552" y="256638"/>
                </a:lnTo>
                <a:lnTo>
                  <a:pt x="165806" y="123513"/>
                </a:lnTo>
                <a:lnTo>
                  <a:pt x="240435" y="123513"/>
                </a:lnTo>
                <a:lnTo>
                  <a:pt x="213385" y="45176"/>
                </a:lnTo>
                <a:close/>
              </a:path>
              <a:path w="2963545" h="437514">
                <a:moveTo>
                  <a:pt x="305820" y="312868"/>
                </a:moveTo>
                <a:lnTo>
                  <a:pt x="230206" y="312868"/>
                </a:lnTo>
                <a:lnTo>
                  <a:pt x="256158" y="393128"/>
                </a:lnTo>
                <a:lnTo>
                  <a:pt x="333534" y="393128"/>
                </a:lnTo>
                <a:lnTo>
                  <a:pt x="305820" y="312868"/>
                </a:lnTo>
                <a:close/>
              </a:path>
              <a:path w="2963545" h="437514">
                <a:moveTo>
                  <a:pt x="240435" y="123513"/>
                </a:moveTo>
                <a:lnTo>
                  <a:pt x="168209" y="123513"/>
                </a:lnTo>
                <a:lnTo>
                  <a:pt x="211943" y="256638"/>
                </a:lnTo>
                <a:lnTo>
                  <a:pt x="286404" y="256638"/>
                </a:lnTo>
                <a:lnTo>
                  <a:pt x="240435" y="123513"/>
                </a:lnTo>
                <a:close/>
              </a:path>
              <a:path w="2963545" h="437514">
                <a:moveTo>
                  <a:pt x="518615" y="45176"/>
                </a:moveTo>
                <a:lnTo>
                  <a:pt x="380203" y="45176"/>
                </a:lnTo>
                <a:lnTo>
                  <a:pt x="380203" y="393128"/>
                </a:lnTo>
                <a:lnTo>
                  <a:pt x="527746" y="393128"/>
                </a:lnTo>
                <a:lnTo>
                  <a:pt x="579771" y="385882"/>
                </a:lnTo>
                <a:lnTo>
                  <a:pt x="617378" y="365794"/>
                </a:lnTo>
                <a:lnTo>
                  <a:pt x="640206" y="335344"/>
                </a:lnTo>
                <a:lnTo>
                  <a:pt x="640569" y="333534"/>
                </a:lnTo>
                <a:lnTo>
                  <a:pt x="452292" y="333534"/>
                </a:lnTo>
                <a:lnTo>
                  <a:pt x="452292" y="240298"/>
                </a:lnTo>
                <a:lnTo>
                  <a:pt x="627159" y="240298"/>
                </a:lnTo>
                <a:lnTo>
                  <a:pt x="624466" y="236153"/>
                </a:lnTo>
                <a:lnTo>
                  <a:pt x="600046" y="219219"/>
                </a:lnTo>
                <a:lnTo>
                  <a:pt x="571481" y="212423"/>
                </a:lnTo>
                <a:lnTo>
                  <a:pt x="571481" y="209059"/>
                </a:lnTo>
                <a:lnTo>
                  <a:pt x="596449" y="199718"/>
                </a:lnTo>
                <a:lnTo>
                  <a:pt x="607729" y="190797"/>
                </a:lnTo>
                <a:lnTo>
                  <a:pt x="452292" y="190797"/>
                </a:lnTo>
                <a:lnTo>
                  <a:pt x="452292" y="103809"/>
                </a:lnTo>
                <a:lnTo>
                  <a:pt x="627810" y="103809"/>
                </a:lnTo>
                <a:lnTo>
                  <a:pt x="626749" y="98499"/>
                </a:lnTo>
                <a:lnTo>
                  <a:pt x="605122" y="70227"/>
                </a:lnTo>
                <a:lnTo>
                  <a:pt x="569078" y="51776"/>
                </a:lnTo>
                <a:lnTo>
                  <a:pt x="518615" y="45176"/>
                </a:lnTo>
                <a:close/>
              </a:path>
              <a:path w="2963545" h="437514">
                <a:moveTo>
                  <a:pt x="627159" y="240298"/>
                </a:moveTo>
                <a:lnTo>
                  <a:pt x="515251" y="240298"/>
                </a:lnTo>
                <a:lnTo>
                  <a:pt x="539265" y="243985"/>
                </a:lnTo>
                <a:lnTo>
                  <a:pt x="557423" y="254296"/>
                </a:lnTo>
                <a:lnTo>
                  <a:pt x="568912" y="270103"/>
                </a:lnTo>
                <a:lnTo>
                  <a:pt x="572922" y="290280"/>
                </a:lnTo>
                <a:lnTo>
                  <a:pt x="569491" y="307987"/>
                </a:lnTo>
                <a:lnTo>
                  <a:pt x="558805" y="321639"/>
                </a:lnTo>
                <a:lnTo>
                  <a:pt x="540279" y="330425"/>
                </a:lnTo>
                <a:lnTo>
                  <a:pt x="513328" y="333534"/>
                </a:lnTo>
                <a:lnTo>
                  <a:pt x="640569" y="333534"/>
                </a:lnTo>
                <a:lnTo>
                  <a:pt x="647895" y="297009"/>
                </a:lnTo>
                <a:lnTo>
                  <a:pt x="641498" y="262368"/>
                </a:lnTo>
                <a:lnTo>
                  <a:pt x="627159" y="240298"/>
                </a:lnTo>
                <a:close/>
              </a:path>
              <a:path w="2963545" h="437514">
                <a:moveTo>
                  <a:pt x="627810" y="103809"/>
                </a:moveTo>
                <a:lnTo>
                  <a:pt x="509483" y="103809"/>
                </a:lnTo>
                <a:lnTo>
                  <a:pt x="531508" y="106902"/>
                </a:lnTo>
                <a:lnTo>
                  <a:pt x="547631" y="115583"/>
                </a:lnTo>
                <a:lnTo>
                  <a:pt x="557536" y="128950"/>
                </a:lnTo>
                <a:lnTo>
                  <a:pt x="560907" y="146101"/>
                </a:lnTo>
                <a:lnTo>
                  <a:pt x="556905" y="164844"/>
                </a:lnTo>
                <a:lnTo>
                  <a:pt x="545829" y="178902"/>
                </a:lnTo>
                <a:lnTo>
                  <a:pt x="529075" y="187733"/>
                </a:lnTo>
                <a:lnTo>
                  <a:pt x="508042" y="190797"/>
                </a:lnTo>
                <a:lnTo>
                  <a:pt x="607729" y="190797"/>
                </a:lnTo>
                <a:lnTo>
                  <a:pt x="616236" y="184068"/>
                </a:lnTo>
                <a:lnTo>
                  <a:pt x="629265" y="162291"/>
                </a:lnTo>
                <a:lnTo>
                  <a:pt x="633958" y="134567"/>
                </a:lnTo>
                <a:lnTo>
                  <a:pt x="627810" y="103809"/>
                </a:lnTo>
                <a:close/>
              </a:path>
              <a:path w="2963545" h="437514">
                <a:moveTo>
                  <a:pt x="894493" y="45176"/>
                </a:moveTo>
                <a:lnTo>
                  <a:pt x="801737" y="45176"/>
                </a:lnTo>
                <a:lnTo>
                  <a:pt x="681108" y="393128"/>
                </a:lnTo>
                <a:lnTo>
                  <a:pt x="758964" y="393128"/>
                </a:lnTo>
                <a:lnTo>
                  <a:pt x="785397" y="312868"/>
                </a:lnTo>
                <a:lnTo>
                  <a:pt x="986928" y="312868"/>
                </a:lnTo>
                <a:lnTo>
                  <a:pt x="967512" y="256638"/>
                </a:lnTo>
                <a:lnTo>
                  <a:pt x="803660" y="256638"/>
                </a:lnTo>
                <a:lnTo>
                  <a:pt x="846914" y="123513"/>
                </a:lnTo>
                <a:lnTo>
                  <a:pt x="921543" y="123513"/>
                </a:lnTo>
                <a:lnTo>
                  <a:pt x="894493" y="45176"/>
                </a:lnTo>
                <a:close/>
              </a:path>
              <a:path w="2963545" h="437514">
                <a:moveTo>
                  <a:pt x="986928" y="312868"/>
                </a:moveTo>
                <a:lnTo>
                  <a:pt x="911314" y="312868"/>
                </a:lnTo>
                <a:lnTo>
                  <a:pt x="937266" y="393128"/>
                </a:lnTo>
                <a:lnTo>
                  <a:pt x="1014642" y="393128"/>
                </a:lnTo>
                <a:lnTo>
                  <a:pt x="986928" y="312868"/>
                </a:lnTo>
                <a:close/>
              </a:path>
              <a:path w="2963545" h="437514">
                <a:moveTo>
                  <a:pt x="921543" y="123513"/>
                </a:moveTo>
                <a:lnTo>
                  <a:pt x="849317" y="123513"/>
                </a:lnTo>
                <a:lnTo>
                  <a:pt x="893051" y="256638"/>
                </a:lnTo>
                <a:lnTo>
                  <a:pt x="967512" y="256638"/>
                </a:lnTo>
                <a:lnTo>
                  <a:pt x="921543" y="123513"/>
                </a:lnTo>
                <a:close/>
              </a:path>
              <a:path w="2963545" h="437514">
                <a:moveTo>
                  <a:pt x="1533308" y="0"/>
                </a:moveTo>
                <a:lnTo>
                  <a:pt x="1471311" y="0"/>
                </a:lnTo>
                <a:lnTo>
                  <a:pt x="1471311" y="437343"/>
                </a:lnTo>
                <a:lnTo>
                  <a:pt x="1533308" y="437343"/>
                </a:lnTo>
                <a:lnTo>
                  <a:pt x="1533308" y="0"/>
                </a:lnTo>
                <a:close/>
              </a:path>
              <a:path w="2963545" h="437514">
                <a:moveTo>
                  <a:pt x="1402105" y="45656"/>
                </a:moveTo>
                <a:lnTo>
                  <a:pt x="1190642" y="45656"/>
                </a:lnTo>
                <a:lnTo>
                  <a:pt x="1190642" y="93716"/>
                </a:lnTo>
                <a:lnTo>
                  <a:pt x="1339628" y="93716"/>
                </a:lnTo>
                <a:lnTo>
                  <a:pt x="1331269" y="139989"/>
                </a:lnTo>
                <a:lnTo>
                  <a:pt x="1315615" y="181950"/>
                </a:lnTo>
                <a:lnTo>
                  <a:pt x="1292018" y="219933"/>
                </a:lnTo>
                <a:lnTo>
                  <a:pt x="1259831" y="254271"/>
                </a:lnTo>
                <a:lnTo>
                  <a:pt x="1218405" y="285299"/>
                </a:lnTo>
                <a:lnTo>
                  <a:pt x="1167093" y="313349"/>
                </a:lnTo>
                <a:lnTo>
                  <a:pt x="1199293" y="362370"/>
                </a:lnTo>
                <a:lnTo>
                  <a:pt x="1252852" y="332952"/>
                </a:lnTo>
                <a:lnTo>
                  <a:pt x="1296877" y="300313"/>
                </a:lnTo>
                <a:lnTo>
                  <a:pt x="1332104" y="264610"/>
                </a:lnTo>
                <a:lnTo>
                  <a:pt x="1359272" y="226000"/>
                </a:lnTo>
                <a:lnTo>
                  <a:pt x="1379118" y="184643"/>
                </a:lnTo>
                <a:lnTo>
                  <a:pt x="1392381" y="140694"/>
                </a:lnTo>
                <a:lnTo>
                  <a:pt x="1399797" y="94313"/>
                </a:lnTo>
                <a:lnTo>
                  <a:pt x="1402105" y="45656"/>
                </a:lnTo>
                <a:close/>
              </a:path>
              <a:path w="2963545" h="437514">
                <a:moveTo>
                  <a:pt x="1722714" y="289319"/>
                </a:moveTo>
                <a:lnTo>
                  <a:pt x="1661678" y="289319"/>
                </a:lnTo>
                <a:lnTo>
                  <a:pt x="1661678" y="429653"/>
                </a:lnTo>
                <a:lnTo>
                  <a:pt x="1961091" y="429653"/>
                </a:lnTo>
                <a:lnTo>
                  <a:pt x="1961091" y="380633"/>
                </a:lnTo>
                <a:lnTo>
                  <a:pt x="1722714" y="380633"/>
                </a:lnTo>
                <a:lnTo>
                  <a:pt x="1722714" y="289319"/>
                </a:lnTo>
                <a:close/>
              </a:path>
              <a:path w="2963545" h="437514">
                <a:moveTo>
                  <a:pt x="1945231" y="480"/>
                </a:moveTo>
                <a:lnTo>
                  <a:pt x="1883714" y="480"/>
                </a:lnTo>
                <a:lnTo>
                  <a:pt x="1883714" y="322480"/>
                </a:lnTo>
                <a:lnTo>
                  <a:pt x="1945231" y="322480"/>
                </a:lnTo>
                <a:lnTo>
                  <a:pt x="1945231" y="173976"/>
                </a:lnTo>
                <a:lnTo>
                  <a:pt x="2004344" y="173976"/>
                </a:lnTo>
                <a:lnTo>
                  <a:pt x="2004344" y="123513"/>
                </a:lnTo>
                <a:lnTo>
                  <a:pt x="1945231" y="123513"/>
                </a:lnTo>
                <a:lnTo>
                  <a:pt x="1945231" y="480"/>
                </a:lnTo>
                <a:close/>
              </a:path>
              <a:path w="2963545" h="437514">
                <a:moveTo>
                  <a:pt x="1672252" y="31238"/>
                </a:moveTo>
                <a:lnTo>
                  <a:pt x="1611216" y="31238"/>
                </a:lnTo>
                <a:lnTo>
                  <a:pt x="1611216" y="252794"/>
                </a:lnTo>
                <a:lnTo>
                  <a:pt x="1823159" y="252794"/>
                </a:lnTo>
                <a:lnTo>
                  <a:pt x="1823159" y="204734"/>
                </a:lnTo>
                <a:lnTo>
                  <a:pt x="1672252" y="204734"/>
                </a:lnTo>
                <a:lnTo>
                  <a:pt x="1672252" y="141776"/>
                </a:lnTo>
                <a:lnTo>
                  <a:pt x="1823159" y="141776"/>
                </a:lnTo>
                <a:lnTo>
                  <a:pt x="1823159" y="94677"/>
                </a:lnTo>
                <a:lnTo>
                  <a:pt x="1672252" y="94677"/>
                </a:lnTo>
                <a:lnTo>
                  <a:pt x="1672252" y="31238"/>
                </a:lnTo>
                <a:close/>
              </a:path>
              <a:path w="2963545" h="437514">
                <a:moveTo>
                  <a:pt x="1823159" y="141776"/>
                </a:moveTo>
                <a:lnTo>
                  <a:pt x="1761643" y="141776"/>
                </a:lnTo>
                <a:lnTo>
                  <a:pt x="1761643" y="204734"/>
                </a:lnTo>
                <a:lnTo>
                  <a:pt x="1823159" y="204734"/>
                </a:lnTo>
                <a:lnTo>
                  <a:pt x="1823159" y="141776"/>
                </a:lnTo>
                <a:close/>
              </a:path>
              <a:path w="2963545" h="437514">
                <a:moveTo>
                  <a:pt x="1823159" y="31238"/>
                </a:moveTo>
                <a:lnTo>
                  <a:pt x="1761643" y="31238"/>
                </a:lnTo>
                <a:lnTo>
                  <a:pt x="1761643" y="94677"/>
                </a:lnTo>
                <a:lnTo>
                  <a:pt x="1823159" y="94677"/>
                </a:lnTo>
                <a:lnTo>
                  <a:pt x="1823159" y="31238"/>
                </a:lnTo>
                <a:close/>
              </a:path>
              <a:path w="2963545" h="437514">
                <a:moveTo>
                  <a:pt x="2315393" y="14417"/>
                </a:moveTo>
                <a:lnTo>
                  <a:pt x="2253396" y="14417"/>
                </a:lnTo>
                <a:lnTo>
                  <a:pt x="2253396" y="46137"/>
                </a:lnTo>
                <a:lnTo>
                  <a:pt x="2246953" y="87588"/>
                </a:lnTo>
                <a:lnTo>
                  <a:pt x="2227804" y="125075"/>
                </a:lnTo>
                <a:lnTo>
                  <a:pt x="2195138" y="155893"/>
                </a:lnTo>
                <a:lnTo>
                  <a:pt x="2148145" y="177340"/>
                </a:lnTo>
                <a:lnTo>
                  <a:pt x="2179864" y="225880"/>
                </a:lnTo>
                <a:lnTo>
                  <a:pt x="2215158" y="210734"/>
                </a:lnTo>
                <a:lnTo>
                  <a:pt x="2244324" y="189956"/>
                </a:lnTo>
                <a:lnTo>
                  <a:pt x="2267453" y="164311"/>
                </a:lnTo>
                <a:lnTo>
                  <a:pt x="2284634" y="134567"/>
                </a:lnTo>
                <a:lnTo>
                  <a:pt x="2354851" y="134567"/>
                </a:lnTo>
                <a:lnTo>
                  <a:pt x="2339062" y="119788"/>
                </a:lnTo>
                <a:lnTo>
                  <a:pt x="2321010" y="84630"/>
                </a:lnTo>
                <a:lnTo>
                  <a:pt x="2315393" y="46137"/>
                </a:lnTo>
                <a:lnTo>
                  <a:pt x="2315393" y="14417"/>
                </a:lnTo>
                <a:close/>
              </a:path>
              <a:path w="2963545" h="437514">
                <a:moveTo>
                  <a:pt x="2520127" y="0"/>
                </a:moveTo>
                <a:lnTo>
                  <a:pt x="2459091" y="0"/>
                </a:lnTo>
                <a:lnTo>
                  <a:pt x="2459091" y="65361"/>
                </a:lnTo>
                <a:lnTo>
                  <a:pt x="2376909" y="65361"/>
                </a:lnTo>
                <a:lnTo>
                  <a:pt x="2376909" y="113901"/>
                </a:lnTo>
                <a:lnTo>
                  <a:pt x="2459091" y="113901"/>
                </a:lnTo>
                <a:lnTo>
                  <a:pt x="2459091" y="222516"/>
                </a:lnTo>
                <a:lnTo>
                  <a:pt x="2520127" y="222516"/>
                </a:lnTo>
                <a:lnTo>
                  <a:pt x="2520127" y="0"/>
                </a:lnTo>
                <a:close/>
              </a:path>
              <a:path w="2963545" h="437514">
                <a:moveTo>
                  <a:pt x="2354851" y="134567"/>
                </a:moveTo>
                <a:lnTo>
                  <a:pt x="2284634" y="134567"/>
                </a:lnTo>
                <a:lnTo>
                  <a:pt x="2301448" y="161195"/>
                </a:lnTo>
                <a:lnTo>
                  <a:pt x="2323443" y="184128"/>
                </a:lnTo>
                <a:lnTo>
                  <a:pt x="2350664" y="202827"/>
                </a:lnTo>
                <a:lnTo>
                  <a:pt x="2383157" y="216749"/>
                </a:lnTo>
                <a:lnTo>
                  <a:pt x="2415357" y="169650"/>
                </a:lnTo>
                <a:lnTo>
                  <a:pt x="2370271" y="149000"/>
                </a:lnTo>
                <a:lnTo>
                  <a:pt x="2354851" y="134567"/>
                </a:lnTo>
                <a:close/>
              </a:path>
              <a:path w="2963545" h="437514">
                <a:moveTo>
                  <a:pt x="2520127" y="240779"/>
                </a:moveTo>
                <a:lnTo>
                  <a:pt x="2229366" y="240779"/>
                </a:lnTo>
                <a:lnTo>
                  <a:pt x="2229366" y="287877"/>
                </a:lnTo>
                <a:lnTo>
                  <a:pt x="2459572" y="287877"/>
                </a:lnTo>
                <a:lnTo>
                  <a:pt x="2459572" y="312868"/>
                </a:lnTo>
                <a:lnTo>
                  <a:pt x="2229846" y="312868"/>
                </a:lnTo>
                <a:lnTo>
                  <a:pt x="2229846" y="432537"/>
                </a:lnTo>
                <a:lnTo>
                  <a:pt x="2532623" y="432537"/>
                </a:lnTo>
                <a:lnTo>
                  <a:pt x="2532623" y="384477"/>
                </a:lnTo>
                <a:lnTo>
                  <a:pt x="2290401" y="384477"/>
                </a:lnTo>
                <a:lnTo>
                  <a:pt x="2290401" y="357564"/>
                </a:lnTo>
                <a:lnTo>
                  <a:pt x="2520127" y="357564"/>
                </a:lnTo>
                <a:lnTo>
                  <a:pt x="2520127" y="240779"/>
                </a:lnTo>
                <a:close/>
              </a:path>
              <a:path w="2963545" h="437514">
                <a:moveTo>
                  <a:pt x="2963288" y="0"/>
                </a:moveTo>
                <a:lnTo>
                  <a:pt x="2905617" y="0"/>
                </a:lnTo>
                <a:lnTo>
                  <a:pt x="2905617" y="437343"/>
                </a:lnTo>
                <a:lnTo>
                  <a:pt x="2963288" y="437343"/>
                </a:lnTo>
                <a:lnTo>
                  <a:pt x="2963288" y="0"/>
                </a:lnTo>
                <a:close/>
              </a:path>
              <a:path w="2963545" h="437514">
                <a:moveTo>
                  <a:pt x="2871975" y="164844"/>
                </a:moveTo>
                <a:lnTo>
                  <a:pt x="2813823" y="164844"/>
                </a:lnTo>
                <a:lnTo>
                  <a:pt x="2813823" y="224438"/>
                </a:lnTo>
                <a:lnTo>
                  <a:pt x="2751826" y="224438"/>
                </a:lnTo>
                <a:lnTo>
                  <a:pt x="2751826" y="273940"/>
                </a:lnTo>
                <a:lnTo>
                  <a:pt x="2813823" y="273940"/>
                </a:lnTo>
                <a:lnTo>
                  <a:pt x="2813823" y="418119"/>
                </a:lnTo>
                <a:lnTo>
                  <a:pt x="2871975" y="418119"/>
                </a:lnTo>
                <a:lnTo>
                  <a:pt x="2871975" y="164844"/>
                </a:lnTo>
                <a:close/>
              </a:path>
              <a:path w="2963545" h="437514">
                <a:moveTo>
                  <a:pt x="2774414" y="51904"/>
                </a:moveTo>
                <a:lnTo>
                  <a:pt x="2602841" y="51904"/>
                </a:lnTo>
                <a:lnTo>
                  <a:pt x="2602841" y="101406"/>
                </a:lnTo>
                <a:lnTo>
                  <a:pt x="2713378" y="101406"/>
                </a:lnTo>
                <a:lnTo>
                  <a:pt x="2704516" y="150311"/>
                </a:lnTo>
                <a:lnTo>
                  <a:pt x="2687406" y="194430"/>
                </a:lnTo>
                <a:lnTo>
                  <a:pt x="2661127" y="234281"/>
                </a:lnTo>
                <a:lnTo>
                  <a:pt x="2624756" y="270384"/>
                </a:lnTo>
                <a:lnTo>
                  <a:pt x="2577369" y="303256"/>
                </a:lnTo>
                <a:lnTo>
                  <a:pt x="2613414" y="346510"/>
                </a:lnTo>
                <a:lnTo>
                  <a:pt x="2658163" y="315898"/>
                </a:lnTo>
                <a:lnTo>
                  <a:pt x="2694527" y="282356"/>
                </a:lnTo>
                <a:lnTo>
                  <a:pt x="2723174" y="245954"/>
                </a:lnTo>
                <a:lnTo>
                  <a:pt x="2744774" y="206760"/>
                </a:lnTo>
                <a:lnTo>
                  <a:pt x="2759996" y="164844"/>
                </a:lnTo>
                <a:lnTo>
                  <a:pt x="2871975" y="164844"/>
                </a:lnTo>
                <a:lnTo>
                  <a:pt x="2871975" y="115343"/>
                </a:lnTo>
                <a:lnTo>
                  <a:pt x="2770569" y="115343"/>
                </a:lnTo>
                <a:lnTo>
                  <a:pt x="2772183" y="99889"/>
                </a:lnTo>
                <a:lnTo>
                  <a:pt x="2773392" y="84164"/>
                </a:lnTo>
                <a:lnTo>
                  <a:pt x="2774151" y="68169"/>
                </a:lnTo>
                <a:lnTo>
                  <a:pt x="2774414" y="51904"/>
                </a:lnTo>
                <a:close/>
              </a:path>
              <a:path w="2963545" h="437514">
                <a:moveTo>
                  <a:pt x="2871975" y="9611"/>
                </a:moveTo>
                <a:lnTo>
                  <a:pt x="2813823" y="9611"/>
                </a:lnTo>
                <a:lnTo>
                  <a:pt x="2813823" y="115343"/>
                </a:lnTo>
                <a:lnTo>
                  <a:pt x="2871975" y="115343"/>
                </a:lnTo>
                <a:lnTo>
                  <a:pt x="2871975" y="9611"/>
                </a:lnTo>
                <a:close/>
              </a:path>
            </a:pathLst>
          </a:custGeom>
          <a:solidFill>
            <a:srgbClr val="2426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507685" y="2345478"/>
            <a:ext cx="9088755" cy="2063114"/>
          </a:xfrm>
          <a:custGeom>
            <a:avLst/>
            <a:gdLst/>
            <a:ahLst/>
            <a:cxnLst/>
            <a:rect l="l" t="t" r="r" b="b"/>
            <a:pathLst>
              <a:path w="9088755" h="2063114">
                <a:moveTo>
                  <a:pt x="8786751" y="0"/>
                </a:moveTo>
                <a:lnTo>
                  <a:pt x="301977" y="0"/>
                </a:lnTo>
                <a:lnTo>
                  <a:pt x="231979" y="321"/>
                </a:lnTo>
                <a:lnTo>
                  <a:pt x="178015" y="2571"/>
                </a:lnTo>
                <a:lnTo>
                  <a:pt x="136301" y="8678"/>
                </a:lnTo>
                <a:lnTo>
                  <a:pt x="77726" y="36098"/>
                </a:lnTo>
                <a:lnTo>
                  <a:pt x="36098" y="77726"/>
                </a:lnTo>
                <a:lnTo>
                  <a:pt x="8678" y="136301"/>
                </a:lnTo>
                <a:lnTo>
                  <a:pt x="2571" y="178015"/>
                </a:lnTo>
                <a:lnTo>
                  <a:pt x="321" y="231979"/>
                </a:lnTo>
                <a:lnTo>
                  <a:pt x="0" y="301977"/>
                </a:lnTo>
                <a:lnTo>
                  <a:pt x="0" y="1760787"/>
                </a:lnTo>
                <a:lnTo>
                  <a:pt x="321" y="1830785"/>
                </a:lnTo>
                <a:lnTo>
                  <a:pt x="2571" y="1884748"/>
                </a:lnTo>
                <a:lnTo>
                  <a:pt x="8678" y="1926462"/>
                </a:lnTo>
                <a:lnTo>
                  <a:pt x="36098" y="1985037"/>
                </a:lnTo>
                <a:lnTo>
                  <a:pt x="77726" y="2026666"/>
                </a:lnTo>
                <a:lnTo>
                  <a:pt x="136301" y="2054086"/>
                </a:lnTo>
                <a:lnTo>
                  <a:pt x="178015" y="2060193"/>
                </a:lnTo>
                <a:lnTo>
                  <a:pt x="231979" y="2062442"/>
                </a:lnTo>
                <a:lnTo>
                  <a:pt x="301976" y="2062764"/>
                </a:lnTo>
                <a:lnTo>
                  <a:pt x="8786751" y="2062764"/>
                </a:lnTo>
                <a:lnTo>
                  <a:pt x="8856749" y="2062442"/>
                </a:lnTo>
                <a:lnTo>
                  <a:pt x="8910712" y="2060193"/>
                </a:lnTo>
                <a:lnTo>
                  <a:pt x="8952426" y="2054086"/>
                </a:lnTo>
                <a:lnTo>
                  <a:pt x="9011001" y="2026666"/>
                </a:lnTo>
                <a:lnTo>
                  <a:pt x="9052630" y="1985037"/>
                </a:lnTo>
                <a:lnTo>
                  <a:pt x="9080050" y="1926462"/>
                </a:lnTo>
                <a:lnTo>
                  <a:pt x="9086157" y="1884748"/>
                </a:lnTo>
                <a:lnTo>
                  <a:pt x="9088407" y="1830784"/>
                </a:lnTo>
                <a:lnTo>
                  <a:pt x="9088728" y="1760787"/>
                </a:lnTo>
                <a:lnTo>
                  <a:pt x="9088728" y="301977"/>
                </a:lnTo>
                <a:lnTo>
                  <a:pt x="9088407" y="231979"/>
                </a:lnTo>
                <a:lnTo>
                  <a:pt x="9086157" y="178015"/>
                </a:lnTo>
                <a:lnTo>
                  <a:pt x="9080050" y="136301"/>
                </a:lnTo>
                <a:lnTo>
                  <a:pt x="9052630" y="77726"/>
                </a:lnTo>
                <a:lnTo>
                  <a:pt x="9011001" y="36098"/>
                </a:lnTo>
                <a:lnTo>
                  <a:pt x="8952426" y="8678"/>
                </a:lnTo>
                <a:lnTo>
                  <a:pt x="8910712" y="2571"/>
                </a:lnTo>
                <a:lnTo>
                  <a:pt x="8856749" y="321"/>
                </a:lnTo>
                <a:lnTo>
                  <a:pt x="8786751" y="0"/>
                </a:lnTo>
                <a:close/>
              </a:path>
            </a:pathLst>
          </a:custGeom>
          <a:solidFill>
            <a:srgbClr val="EEF8F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7685" y="5026025"/>
            <a:ext cx="9088728" cy="206276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788304" y="2942686"/>
            <a:ext cx="514984" cy="280035"/>
          </a:xfrm>
          <a:custGeom>
            <a:avLst/>
            <a:gdLst/>
            <a:ahLst/>
            <a:cxnLst/>
            <a:rect l="l" t="t" r="r" b="b"/>
            <a:pathLst>
              <a:path w="514984" h="280035">
                <a:moveTo>
                  <a:pt x="110435" y="58898"/>
                </a:moveTo>
                <a:lnTo>
                  <a:pt x="70249" y="58898"/>
                </a:lnTo>
                <a:lnTo>
                  <a:pt x="70249" y="76077"/>
                </a:lnTo>
                <a:lnTo>
                  <a:pt x="65786" y="111810"/>
                </a:lnTo>
                <a:lnTo>
                  <a:pt x="52495" y="145904"/>
                </a:lnTo>
                <a:lnTo>
                  <a:pt x="30518" y="174994"/>
                </a:lnTo>
                <a:lnTo>
                  <a:pt x="0" y="195715"/>
                </a:lnTo>
                <a:lnTo>
                  <a:pt x="22393" y="226698"/>
                </a:lnTo>
                <a:lnTo>
                  <a:pt x="45187" y="212549"/>
                </a:lnTo>
                <a:lnTo>
                  <a:pt x="64286" y="193453"/>
                </a:lnTo>
                <a:lnTo>
                  <a:pt x="79617" y="170273"/>
                </a:lnTo>
                <a:lnTo>
                  <a:pt x="91108" y="143872"/>
                </a:lnTo>
                <a:lnTo>
                  <a:pt x="129246" y="143872"/>
                </a:lnTo>
                <a:lnTo>
                  <a:pt x="127805" y="142070"/>
                </a:lnTo>
                <a:lnTo>
                  <a:pt x="114763" y="109979"/>
                </a:lnTo>
                <a:lnTo>
                  <a:pt x="110435" y="76077"/>
                </a:lnTo>
                <a:lnTo>
                  <a:pt x="110435" y="58898"/>
                </a:lnTo>
                <a:close/>
              </a:path>
              <a:path w="514984" h="280035">
                <a:moveTo>
                  <a:pt x="129246" y="143872"/>
                </a:moveTo>
                <a:lnTo>
                  <a:pt x="91108" y="143872"/>
                </a:lnTo>
                <a:lnTo>
                  <a:pt x="102353" y="168113"/>
                </a:lnTo>
                <a:lnTo>
                  <a:pt x="117452" y="189292"/>
                </a:lnTo>
                <a:lnTo>
                  <a:pt x="136404" y="206703"/>
                </a:lnTo>
                <a:lnTo>
                  <a:pt x="159210" y="219643"/>
                </a:lnTo>
                <a:lnTo>
                  <a:pt x="180377" y="188966"/>
                </a:lnTo>
                <a:lnTo>
                  <a:pt x="149648" y="169386"/>
                </a:lnTo>
                <a:lnTo>
                  <a:pt x="129246" y="143872"/>
                </a:lnTo>
                <a:close/>
              </a:path>
              <a:path w="514984" h="280035">
                <a:moveTo>
                  <a:pt x="168720" y="26995"/>
                </a:moveTo>
                <a:lnTo>
                  <a:pt x="11043" y="26995"/>
                </a:lnTo>
                <a:lnTo>
                  <a:pt x="11043" y="58898"/>
                </a:lnTo>
                <a:lnTo>
                  <a:pt x="168720" y="58898"/>
                </a:lnTo>
                <a:lnTo>
                  <a:pt x="168720" y="26995"/>
                </a:lnTo>
                <a:close/>
              </a:path>
              <a:path w="514984" h="280035">
                <a:moveTo>
                  <a:pt x="235901" y="0"/>
                </a:moveTo>
                <a:lnTo>
                  <a:pt x="196329" y="0"/>
                </a:lnTo>
                <a:lnTo>
                  <a:pt x="196329" y="279155"/>
                </a:lnTo>
                <a:lnTo>
                  <a:pt x="235901" y="279155"/>
                </a:lnTo>
                <a:lnTo>
                  <a:pt x="235901" y="0"/>
                </a:lnTo>
                <a:close/>
              </a:path>
              <a:path w="514984" h="280035">
                <a:moveTo>
                  <a:pt x="389488" y="21473"/>
                </a:moveTo>
                <a:lnTo>
                  <a:pt x="349915" y="21473"/>
                </a:lnTo>
                <a:lnTo>
                  <a:pt x="349915" y="63193"/>
                </a:lnTo>
                <a:lnTo>
                  <a:pt x="345285" y="103245"/>
                </a:lnTo>
                <a:lnTo>
                  <a:pt x="331739" y="139961"/>
                </a:lnTo>
                <a:lnTo>
                  <a:pt x="309106" y="170350"/>
                </a:lnTo>
                <a:lnTo>
                  <a:pt x="277212" y="191420"/>
                </a:lnTo>
                <a:lnTo>
                  <a:pt x="300833" y="223937"/>
                </a:lnTo>
                <a:lnTo>
                  <a:pt x="324288" y="209649"/>
                </a:lnTo>
                <a:lnTo>
                  <a:pt x="343645" y="190500"/>
                </a:lnTo>
                <a:lnTo>
                  <a:pt x="359005" y="167210"/>
                </a:lnTo>
                <a:lnTo>
                  <a:pt x="370468" y="140498"/>
                </a:lnTo>
                <a:lnTo>
                  <a:pt x="410229" y="140498"/>
                </a:lnTo>
                <a:lnTo>
                  <a:pt x="407050" y="136280"/>
                </a:lnTo>
                <a:lnTo>
                  <a:pt x="393868" y="101174"/>
                </a:lnTo>
                <a:lnTo>
                  <a:pt x="389488" y="63193"/>
                </a:lnTo>
                <a:lnTo>
                  <a:pt x="389488" y="21473"/>
                </a:lnTo>
                <a:close/>
              </a:path>
              <a:path w="514984" h="280035">
                <a:moveTo>
                  <a:pt x="410229" y="140498"/>
                </a:moveTo>
                <a:lnTo>
                  <a:pt x="370468" y="140498"/>
                </a:lnTo>
                <a:lnTo>
                  <a:pt x="381689" y="165012"/>
                </a:lnTo>
                <a:lnTo>
                  <a:pt x="396505" y="186378"/>
                </a:lnTo>
                <a:lnTo>
                  <a:pt x="414944" y="203976"/>
                </a:lnTo>
                <a:lnTo>
                  <a:pt x="437036" y="217189"/>
                </a:lnTo>
                <a:lnTo>
                  <a:pt x="460043" y="185899"/>
                </a:lnTo>
                <a:lnTo>
                  <a:pt x="429089" y="165518"/>
                </a:lnTo>
                <a:lnTo>
                  <a:pt x="410229" y="140498"/>
                </a:lnTo>
                <a:close/>
              </a:path>
              <a:path w="514984" h="280035">
                <a:moveTo>
                  <a:pt x="514647" y="0"/>
                </a:moveTo>
                <a:lnTo>
                  <a:pt x="475075" y="0"/>
                </a:lnTo>
                <a:lnTo>
                  <a:pt x="475075" y="279768"/>
                </a:lnTo>
                <a:lnTo>
                  <a:pt x="514647" y="279768"/>
                </a:lnTo>
                <a:lnTo>
                  <a:pt x="5146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07685" y="7706571"/>
            <a:ext cx="9088728" cy="206276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8687073" y="3539527"/>
            <a:ext cx="2720975" cy="277495"/>
          </a:xfrm>
          <a:custGeom>
            <a:avLst/>
            <a:gdLst/>
            <a:ahLst/>
            <a:cxnLst/>
            <a:rect l="l" t="t" r="r" b="b"/>
            <a:pathLst>
              <a:path w="2720975" h="277495">
                <a:moveTo>
                  <a:pt x="81064" y="95096"/>
                </a:moveTo>
                <a:lnTo>
                  <a:pt x="56137" y="95096"/>
                </a:lnTo>
                <a:lnTo>
                  <a:pt x="61709" y="109538"/>
                </a:lnTo>
                <a:lnTo>
                  <a:pt x="69671" y="122993"/>
                </a:lnTo>
                <a:lnTo>
                  <a:pt x="78537" y="132816"/>
                </a:lnTo>
                <a:lnTo>
                  <a:pt x="80360" y="134801"/>
                </a:lnTo>
                <a:lnTo>
                  <a:pt x="93869" y="144179"/>
                </a:lnTo>
                <a:lnTo>
                  <a:pt x="107643" y="134801"/>
                </a:lnTo>
                <a:lnTo>
                  <a:pt x="118353" y="122993"/>
                </a:lnTo>
                <a:lnTo>
                  <a:pt x="123936" y="113502"/>
                </a:lnTo>
                <a:lnTo>
                  <a:pt x="94176" y="113502"/>
                </a:lnTo>
                <a:lnTo>
                  <a:pt x="82855" y="99056"/>
                </a:lnTo>
                <a:lnTo>
                  <a:pt x="81064" y="95096"/>
                </a:lnTo>
                <a:close/>
              </a:path>
              <a:path w="2720975" h="277495">
                <a:moveTo>
                  <a:pt x="70862" y="40799"/>
                </a:moveTo>
                <a:lnTo>
                  <a:pt x="43560" y="40799"/>
                </a:lnTo>
                <a:lnTo>
                  <a:pt x="43560" y="53070"/>
                </a:lnTo>
                <a:lnTo>
                  <a:pt x="40981" y="71035"/>
                </a:lnTo>
                <a:lnTo>
                  <a:pt x="33053" y="89805"/>
                </a:lnTo>
                <a:lnTo>
                  <a:pt x="19489" y="107079"/>
                </a:lnTo>
                <a:lnTo>
                  <a:pt x="0" y="120558"/>
                </a:lnTo>
                <a:lnTo>
                  <a:pt x="14111" y="141418"/>
                </a:lnTo>
                <a:lnTo>
                  <a:pt x="49290" y="109042"/>
                </a:lnTo>
                <a:lnTo>
                  <a:pt x="56137" y="95096"/>
                </a:lnTo>
                <a:lnTo>
                  <a:pt x="81064" y="95096"/>
                </a:lnTo>
                <a:lnTo>
                  <a:pt x="75617" y="83056"/>
                </a:lnTo>
                <a:lnTo>
                  <a:pt x="71830" y="67171"/>
                </a:lnTo>
                <a:lnTo>
                  <a:pt x="70862" y="53070"/>
                </a:lnTo>
                <a:lnTo>
                  <a:pt x="70862" y="40799"/>
                </a:lnTo>
                <a:close/>
              </a:path>
              <a:path w="2720975" h="277495">
                <a:moveTo>
                  <a:pt x="158900" y="94790"/>
                </a:moveTo>
                <a:lnTo>
                  <a:pt x="131908" y="94790"/>
                </a:lnTo>
                <a:lnTo>
                  <a:pt x="138640" y="109042"/>
                </a:lnTo>
                <a:lnTo>
                  <a:pt x="147783" y="121842"/>
                </a:lnTo>
                <a:lnTo>
                  <a:pt x="159603" y="132816"/>
                </a:lnTo>
                <a:lnTo>
                  <a:pt x="174242" y="141418"/>
                </a:lnTo>
                <a:lnTo>
                  <a:pt x="188353" y="120558"/>
                </a:lnTo>
                <a:lnTo>
                  <a:pt x="168782" y="107338"/>
                </a:lnTo>
                <a:lnTo>
                  <a:pt x="158900" y="94790"/>
                </a:lnTo>
                <a:close/>
              </a:path>
              <a:path w="2720975" h="277495">
                <a:moveTo>
                  <a:pt x="145099" y="40799"/>
                </a:moveTo>
                <a:lnTo>
                  <a:pt x="117490" y="40799"/>
                </a:lnTo>
                <a:lnTo>
                  <a:pt x="117490" y="53070"/>
                </a:lnTo>
                <a:lnTo>
                  <a:pt x="116231" y="67171"/>
                </a:lnTo>
                <a:lnTo>
                  <a:pt x="116177" y="67775"/>
                </a:lnTo>
                <a:lnTo>
                  <a:pt x="112275" y="83631"/>
                </a:lnTo>
                <a:lnTo>
                  <a:pt x="105270" y="99056"/>
                </a:lnTo>
                <a:lnTo>
                  <a:pt x="105153" y="99314"/>
                </a:lnTo>
                <a:lnTo>
                  <a:pt x="94176" y="113502"/>
                </a:lnTo>
                <a:lnTo>
                  <a:pt x="123936" y="113502"/>
                </a:lnTo>
                <a:lnTo>
                  <a:pt x="126268" y="109538"/>
                </a:lnTo>
                <a:lnTo>
                  <a:pt x="126479" y="109042"/>
                </a:lnTo>
                <a:lnTo>
                  <a:pt x="131791" y="95096"/>
                </a:lnTo>
                <a:lnTo>
                  <a:pt x="131908" y="94790"/>
                </a:lnTo>
                <a:lnTo>
                  <a:pt x="158900" y="94790"/>
                </a:lnTo>
                <a:lnTo>
                  <a:pt x="155337" y="90265"/>
                </a:lnTo>
                <a:lnTo>
                  <a:pt x="147587" y="71466"/>
                </a:lnTo>
                <a:lnTo>
                  <a:pt x="145099" y="53070"/>
                </a:lnTo>
                <a:lnTo>
                  <a:pt x="145099" y="40799"/>
                </a:lnTo>
                <a:close/>
              </a:path>
              <a:path w="2720975" h="277495">
                <a:moveTo>
                  <a:pt x="88654" y="16872"/>
                </a:moveTo>
                <a:lnTo>
                  <a:pt x="10123" y="16872"/>
                </a:lnTo>
                <a:lnTo>
                  <a:pt x="10123" y="40799"/>
                </a:lnTo>
                <a:lnTo>
                  <a:pt x="88654" y="40799"/>
                </a:lnTo>
                <a:lnTo>
                  <a:pt x="88654" y="16872"/>
                </a:lnTo>
                <a:close/>
              </a:path>
              <a:path w="2720975" h="277495">
                <a:moveTo>
                  <a:pt x="177002" y="16872"/>
                </a:moveTo>
                <a:lnTo>
                  <a:pt x="99698" y="16872"/>
                </a:lnTo>
                <a:lnTo>
                  <a:pt x="99698" y="40799"/>
                </a:lnTo>
                <a:lnTo>
                  <a:pt x="177002" y="40799"/>
                </a:lnTo>
                <a:lnTo>
                  <a:pt x="177002" y="16872"/>
                </a:lnTo>
                <a:close/>
              </a:path>
              <a:path w="2720975" h="277495">
                <a:moveTo>
                  <a:pt x="163198" y="159517"/>
                </a:moveTo>
                <a:lnTo>
                  <a:pt x="136816" y="159517"/>
                </a:lnTo>
                <a:lnTo>
                  <a:pt x="136816" y="274247"/>
                </a:lnTo>
                <a:lnTo>
                  <a:pt x="226085" y="274247"/>
                </a:lnTo>
                <a:lnTo>
                  <a:pt x="226085" y="251853"/>
                </a:lnTo>
                <a:lnTo>
                  <a:pt x="163198" y="251853"/>
                </a:lnTo>
                <a:lnTo>
                  <a:pt x="163198" y="214428"/>
                </a:lnTo>
                <a:lnTo>
                  <a:pt x="226085" y="214428"/>
                </a:lnTo>
                <a:lnTo>
                  <a:pt x="226085" y="192647"/>
                </a:lnTo>
                <a:lnTo>
                  <a:pt x="163198" y="192647"/>
                </a:lnTo>
                <a:lnTo>
                  <a:pt x="163198" y="159517"/>
                </a:lnTo>
                <a:close/>
              </a:path>
              <a:path w="2720975" h="277495">
                <a:moveTo>
                  <a:pt x="226085" y="214428"/>
                </a:moveTo>
                <a:lnTo>
                  <a:pt x="200317" y="214428"/>
                </a:lnTo>
                <a:lnTo>
                  <a:pt x="200317" y="251853"/>
                </a:lnTo>
                <a:lnTo>
                  <a:pt x="226085" y="251853"/>
                </a:lnTo>
                <a:lnTo>
                  <a:pt x="226085" y="214428"/>
                </a:lnTo>
                <a:close/>
              </a:path>
              <a:path w="2720975" h="277495">
                <a:moveTo>
                  <a:pt x="226085" y="159517"/>
                </a:moveTo>
                <a:lnTo>
                  <a:pt x="200317" y="159517"/>
                </a:lnTo>
                <a:lnTo>
                  <a:pt x="200317" y="192647"/>
                </a:lnTo>
                <a:lnTo>
                  <a:pt x="226085" y="192647"/>
                </a:lnTo>
                <a:lnTo>
                  <a:pt x="226085" y="159517"/>
                </a:lnTo>
                <a:close/>
              </a:path>
              <a:path w="2720975" h="277495">
                <a:moveTo>
                  <a:pt x="226085" y="2147"/>
                </a:moveTo>
                <a:lnTo>
                  <a:pt x="197249" y="2147"/>
                </a:lnTo>
                <a:lnTo>
                  <a:pt x="197249" y="145406"/>
                </a:lnTo>
                <a:lnTo>
                  <a:pt x="226085" y="145406"/>
                </a:lnTo>
                <a:lnTo>
                  <a:pt x="226085" y="83133"/>
                </a:lnTo>
                <a:lnTo>
                  <a:pt x="259522" y="83133"/>
                </a:lnTo>
                <a:lnTo>
                  <a:pt x="259522" y="58591"/>
                </a:lnTo>
                <a:lnTo>
                  <a:pt x="226085" y="58591"/>
                </a:lnTo>
                <a:lnTo>
                  <a:pt x="226085" y="2147"/>
                </a:lnTo>
                <a:close/>
              </a:path>
              <a:path w="2720975" h="277495">
                <a:moveTo>
                  <a:pt x="120558" y="161971"/>
                </a:moveTo>
                <a:lnTo>
                  <a:pt x="33130" y="161971"/>
                </a:lnTo>
                <a:lnTo>
                  <a:pt x="33130" y="183445"/>
                </a:lnTo>
                <a:lnTo>
                  <a:pt x="92336" y="183445"/>
                </a:lnTo>
                <a:lnTo>
                  <a:pt x="92336" y="205838"/>
                </a:lnTo>
                <a:lnTo>
                  <a:pt x="33744" y="205838"/>
                </a:lnTo>
                <a:lnTo>
                  <a:pt x="33744" y="274247"/>
                </a:lnTo>
                <a:lnTo>
                  <a:pt x="68552" y="274247"/>
                </a:lnTo>
                <a:lnTo>
                  <a:pt x="92566" y="273518"/>
                </a:lnTo>
                <a:lnTo>
                  <a:pt x="110674" y="272047"/>
                </a:lnTo>
                <a:lnTo>
                  <a:pt x="128840" y="269338"/>
                </a:lnTo>
                <a:lnTo>
                  <a:pt x="126905" y="252160"/>
                </a:lnTo>
                <a:lnTo>
                  <a:pt x="61966" y="252160"/>
                </a:lnTo>
                <a:lnTo>
                  <a:pt x="61966" y="226698"/>
                </a:lnTo>
                <a:lnTo>
                  <a:pt x="120558" y="226698"/>
                </a:lnTo>
                <a:lnTo>
                  <a:pt x="120558" y="161971"/>
                </a:lnTo>
                <a:close/>
              </a:path>
              <a:path w="2720975" h="277495">
                <a:moveTo>
                  <a:pt x="126386" y="247558"/>
                </a:moveTo>
                <a:lnTo>
                  <a:pt x="111273" y="250089"/>
                </a:lnTo>
                <a:lnTo>
                  <a:pt x="96362" y="251469"/>
                </a:lnTo>
                <a:lnTo>
                  <a:pt x="77156" y="252160"/>
                </a:lnTo>
                <a:lnTo>
                  <a:pt x="126905" y="252160"/>
                </a:lnTo>
                <a:lnTo>
                  <a:pt x="126386" y="247558"/>
                </a:lnTo>
                <a:close/>
              </a:path>
              <a:path w="2720975" h="277495">
                <a:moveTo>
                  <a:pt x="533053" y="215655"/>
                </a:moveTo>
                <a:lnTo>
                  <a:pt x="282427" y="215655"/>
                </a:lnTo>
                <a:lnTo>
                  <a:pt x="282427" y="239889"/>
                </a:lnTo>
                <a:lnTo>
                  <a:pt x="533053" y="239889"/>
                </a:lnTo>
                <a:lnTo>
                  <a:pt x="533053" y="215655"/>
                </a:lnTo>
                <a:close/>
              </a:path>
              <a:path w="2720975" h="277495">
                <a:moveTo>
                  <a:pt x="406666" y="118717"/>
                </a:moveTo>
                <a:lnTo>
                  <a:pt x="377830" y="118717"/>
                </a:lnTo>
                <a:lnTo>
                  <a:pt x="377830" y="215655"/>
                </a:lnTo>
                <a:lnTo>
                  <a:pt x="406666" y="215655"/>
                </a:lnTo>
                <a:lnTo>
                  <a:pt x="406666" y="118717"/>
                </a:lnTo>
                <a:close/>
              </a:path>
              <a:path w="2720975" h="277495">
                <a:moveTo>
                  <a:pt x="504831" y="28529"/>
                </a:moveTo>
                <a:lnTo>
                  <a:pt x="308809" y="28529"/>
                </a:lnTo>
                <a:lnTo>
                  <a:pt x="308809" y="52149"/>
                </a:lnTo>
                <a:lnTo>
                  <a:pt x="475688" y="52149"/>
                </a:lnTo>
                <a:lnTo>
                  <a:pt x="475688" y="55524"/>
                </a:lnTo>
                <a:lnTo>
                  <a:pt x="475521" y="81594"/>
                </a:lnTo>
                <a:lnTo>
                  <a:pt x="474346" y="110626"/>
                </a:lnTo>
                <a:lnTo>
                  <a:pt x="471159" y="143397"/>
                </a:lnTo>
                <a:lnTo>
                  <a:pt x="464952" y="180684"/>
                </a:lnTo>
                <a:lnTo>
                  <a:pt x="494401" y="183751"/>
                </a:lnTo>
                <a:lnTo>
                  <a:pt x="500431" y="144821"/>
                </a:lnTo>
                <a:lnTo>
                  <a:pt x="503527" y="111355"/>
                </a:lnTo>
                <a:lnTo>
                  <a:pt x="504668" y="82030"/>
                </a:lnTo>
                <a:lnTo>
                  <a:pt x="504831" y="55524"/>
                </a:lnTo>
                <a:lnTo>
                  <a:pt x="504831" y="28529"/>
                </a:lnTo>
                <a:close/>
              </a:path>
              <a:path w="2720975" h="277495">
                <a:moveTo>
                  <a:pt x="874277" y="123625"/>
                </a:moveTo>
                <a:lnTo>
                  <a:pt x="845134" y="123625"/>
                </a:lnTo>
                <a:lnTo>
                  <a:pt x="845134" y="164425"/>
                </a:lnTo>
                <a:lnTo>
                  <a:pt x="874277" y="164425"/>
                </a:lnTo>
                <a:lnTo>
                  <a:pt x="874277" y="123625"/>
                </a:lnTo>
                <a:close/>
              </a:path>
              <a:path w="2720975" h="277495">
                <a:moveTo>
                  <a:pt x="785315" y="22700"/>
                </a:moveTo>
                <a:lnTo>
                  <a:pt x="657701" y="22700"/>
                </a:lnTo>
                <a:lnTo>
                  <a:pt x="657701" y="146019"/>
                </a:lnTo>
                <a:lnTo>
                  <a:pt x="785315" y="146019"/>
                </a:lnTo>
                <a:lnTo>
                  <a:pt x="785315" y="123625"/>
                </a:lnTo>
                <a:lnTo>
                  <a:pt x="874277" y="123625"/>
                </a:lnTo>
                <a:lnTo>
                  <a:pt x="874277" y="122705"/>
                </a:lnTo>
                <a:lnTo>
                  <a:pt x="686537" y="122705"/>
                </a:lnTo>
                <a:lnTo>
                  <a:pt x="686537" y="46014"/>
                </a:lnTo>
                <a:lnTo>
                  <a:pt x="874277" y="46014"/>
                </a:lnTo>
                <a:lnTo>
                  <a:pt x="874277" y="45401"/>
                </a:lnTo>
                <a:lnTo>
                  <a:pt x="785315" y="45401"/>
                </a:lnTo>
                <a:lnTo>
                  <a:pt x="785315" y="22700"/>
                </a:lnTo>
                <a:close/>
              </a:path>
              <a:path w="2720975" h="277495">
                <a:moveTo>
                  <a:pt x="874277" y="46014"/>
                </a:moveTo>
                <a:lnTo>
                  <a:pt x="756786" y="46014"/>
                </a:lnTo>
                <a:lnTo>
                  <a:pt x="756786" y="122705"/>
                </a:lnTo>
                <a:lnTo>
                  <a:pt x="874277" y="122705"/>
                </a:lnTo>
                <a:lnTo>
                  <a:pt x="874277" y="100005"/>
                </a:lnTo>
                <a:lnTo>
                  <a:pt x="785315" y="100005"/>
                </a:lnTo>
                <a:lnTo>
                  <a:pt x="785315" y="68715"/>
                </a:lnTo>
                <a:lnTo>
                  <a:pt x="874277" y="68715"/>
                </a:lnTo>
                <a:lnTo>
                  <a:pt x="874277" y="46014"/>
                </a:lnTo>
                <a:close/>
              </a:path>
              <a:path w="2720975" h="277495">
                <a:moveTo>
                  <a:pt x="874277" y="68715"/>
                </a:moveTo>
                <a:lnTo>
                  <a:pt x="845134" y="68715"/>
                </a:lnTo>
                <a:lnTo>
                  <a:pt x="845134" y="100005"/>
                </a:lnTo>
                <a:lnTo>
                  <a:pt x="874277" y="100005"/>
                </a:lnTo>
                <a:lnTo>
                  <a:pt x="874277" y="68715"/>
                </a:lnTo>
                <a:close/>
              </a:path>
              <a:path w="2720975" h="277495">
                <a:moveTo>
                  <a:pt x="874277" y="2147"/>
                </a:moveTo>
                <a:lnTo>
                  <a:pt x="845134" y="2147"/>
                </a:lnTo>
                <a:lnTo>
                  <a:pt x="845134" y="45401"/>
                </a:lnTo>
                <a:lnTo>
                  <a:pt x="874277" y="45401"/>
                </a:lnTo>
                <a:lnTo>
                  <a:pt x="874277" y="2147"/>
                </a:lnTo>
                <a:close/>
              </a:path>
              <a:path w="2720975" h="277495">
                <a:moveTo>
                  <a:pt x="782247" y="172094"/>
                </a:moveTo>
                <a:lnTo>
                  <a:pt x="743351" y="175588"/>
                </a:lnTo>
                <a:lnTo>
                  <a:pt x="714031" y="185784"/>
                </a:lnTo>
                <a:lnTo>
                  <a:pt x="695582" y="202248"/>
                </a:lnTo>
                <a:lnTo>
                  <a:pt x="689298" y="224551"/>
                </a:lnTo>
                <a:lnTo>
                  <a:pt x="695582" y="246671"/>
                </a:lnTo>
                <a:lnTo>
                  <a:pt x="714031" y="263011"/>
                </a:lnTo>
                <a:lnTo>
                  <a:pt x="743351" y="273082"/>
                </a:lnTo>
                <a:lnTo>
                  <a:pt x="782247" y="276394"/>
                </a:lnTo>
                <a:lnTo>
                  <a:pt x="821101" y="273082"/>
                </a:lnTo>
                <a:lnTo>
                  <a:pt x="850349" y="263011"/>
                </a:lnTo>
                <a:lnTo>
                  <a:pt x="860515" y="254000"/>
                </a:lnTo>
                <a:lnTo>
                  <a:pt x="782247" y="254000"/>
                </a:lnTo>
                <a:lnTo>
                  <a:pt x="755276" y="251987"/>
                </a:lnTo>
                <a:lnTo>
                  <a:pt x="735121" y="246178"/>
                </a:lnTo>
                <a:lnTo>
                  <a:pt x="722500" y="236917"/>
                </a:lnTo>
                <a:lnTo>
                  <a:pt x="718134" y="224551"/>
                </a:lnTo>
                <a:lnTo>
                  <a:pt x="722500" y="211744"/>
                </a:lnTo>
                <a:lnTo>
                  <a:pt x="735121" y="202387"/>
                </a:lnTo>
                <a:lnTo>
                  <a:pt x="755276" y="196597"/>
                </a:lnTo>
                <a:lnTo>
                  <a:pt x="782247" y="194488"/>
                </a:lnTo>
                <a:lnTo>
                  <a:pt x="860095" y="194488"/>
                </a:lnTo>
                <a:lnTo>
                  <a:pt x="850349" y="185784"/>
                </a:lnTo>
                <a:lnTo>
                  <a:pt x="821101" y="175588"/>
                </a:lnTo>
                <a:lnTo>
                  <a:pt x="782247" y="172094"/>
                </a:lnTo>
                <a:close/>
              </a:path>
              <a:path w="2720975" h="277495">
                <a:moveTo>
                  <a:pt x="860095" y="194488"/>
                </a:moveTo>
                <a:lnTo>
                  <a:pt x="782247" y="194488"/>
                </a:lnTo>
                <a:lnTo>
                  <a:pt x="809219" y="196597"/>
                </a:lnTo>
                <a:lnTo>
                  <a:pt x="829374" y="202387"/>
                </a:lnTo>
                <a:lnTo>
                  <a:pt x="841995" y="211744"/>
                </a:lnTo>
                <a:lnTo>
                  <a:pt x="846361" y="224551"/>
                </a:lnTo>
                <a:lnTo>
                  <a:pt x="841995" y="236917"/>
                </a:lnTo>
                <a:lnTo>
                  <a:pt x="829374" y="246178"/>
                </a:lnTo>
                <a:lnTo>
                  <a:pt x="809219" y="251987"/>
                </a:lnTo>
                <a:lnTo>
                  <a:pt x="782247" y="254000"/>
                </a:lnTo>
                <a:lnTo>
                  <a:pt x="860515" y="254000"/>
                </a:lnTo>
                <a:lnTo>
                  <a:pt x="868784" y="246671"/>
                </a:lnTo>
                <a:lnTo>
                  <a:pt x="875197" y="224551"/>
                </a:lnTo>
                <a:lnTo>
                  <a:pt x="868824" y="202387"/>
                </a:lnTo>
                <a:lnTo>
                  <a:pt x="868784" y="202248"/>
                </a:lnTo>
                <a:lnTo>
                  <a:pt x="860095" y="194488"/>
                </a:lnTo>
                <a:close/>
              </a:path>
              <a:path w="2720975" h="277495">
                <a:moveTo>
                  <a:pt x="1140139" y="2454"/>
                </a:moveTo>
                <a:lnTo>
                  <a:pt x="1110996" y="2454"/>
                </a:lnTo>
                <a:lnTo>
                  <a:pt x="1110996" y="187432"/>
                </a:lnTo>
                <a:lnTo>
                  <a:pt x="1140139" y="187432"/>
                </a:lnTo>
                <a:lnTo>
                  <a:pt x="1140139" y="107981"/>
                </a:lnTo>
                <a:lnTo>
                  <a:pt x="1179405" y="107981"/>
                </a:lnTo>
                <a:lnTo>
                  <a:pt x="1179405" y="84053"/>
                </a:lnTo>
                <a:lnTo>
                  <a:pt x="1140139" y="84053"/>
                </a:lnTo>
                <a:lnTo>
                  <a:pt x="1140139" y="2454"/>
                </a:lnTo>
                <a:close/>
              </a:path>
              <a:path w="2720975" h="277495">
                <a:moveTo>
                  <a:pt x="1008230" y="56751"/>
                </a:moveTo>
                <a:lnTo>
                  <a:pt x="981283" y="59411"/>
                </a:lnTo>
                <a:lnTo>
                  <a:pt x="960605" y="67449"/>
                </a:lnTo>
                <a:lnTo>
                  <a:pt x="947405" y="80261"/>
                </a:lnTo>
                <a:lnTo>
                  <a:pt x="942889" y="97244"/>
                </a:lnTo>
                <a:lnTo>
                  <a:pt x="946316" y="112453"/>
                </a:lnTo>
                <a:lnTo>
                  <a:pt x="956502" y="124469"/>
                </a:lnTo>
                <a:lnTo>
                  <a:pt x="972612" y="132919"/>
                </a:lnTo>
                <a:lnTo>
                  <a:pt x="993812" y="137430"/>
                </a:lnTo>
                <a:lnTo>
                  <a:pt x="993812" y="155836"/>
                </a:lnTo>
                <a:lnTo>
                  <a:pt x="974723" y="156368"/>
                </a:lnTo>
                <a:lnTo>
                  <a:pt x="948476" y="156756"/>
                </a:lnTo>
                <a:lnTo>
                  <a:pt x="922029" y="156756"/>
                </a:lnTo>
                <a:lnTo>
                  <a:pt x="925069" y="179859"/>
                </a:lnTo>
                <a:lnTo>
                  <a:pt x="925097" y="180070"/>
                </a:lnTo>
                <a:lnTo>
                  <a:pt x="964205" y="179859"/>
                </a:lnTo>
                <a:lnTo>
                  <a:pt x="1007425" y="178613"/>
                </a:lnTo>
                <a:lnTo>
                  <a:pt x="1052658" y="175411"/>
                </a:lnTo>
                <a:lnTo>
                  <a:pt x="1097805" y="169333"/>
                </a:lnTo>
                <a:lnTo>
                  <a:pt x="1096326" y="156756"/>
                </a:lnTo>
                <a:lnTo>
                  <a:pt x="1096217" y="155836"/>
                </a:lnTo>
                <a:lnTo>
                  <a:pt x="1096109" y="154915"/>
                </a:lnTo>
                <a:lnTo>
                  <a:pt x="1022955" y="154915"/>
                </a:lnTo>
                <a:lnTo>
                  <a:pt x="1022955" y="137430"/>
                </a:lnTo>
                <a:lnTo>
                  <a:pt x="1043541" y="132919"/>
                </a:lnTo>
                <a:lnTo>
                  <a:pt x="1043772" y="132919"/>
                </a:lnTo>
                <a:lnTo>
                  <a:pt x="1059665" y="124469"/>
                </a:lnTo>
                <a:lnTo>
                  <a:pt x="1064908" y="118410"/>
                </a:lnTo>
                <a:lnTo>
                  <a:pt x="1008230" y="118410"/>
                </a:lnTo>
                <a:lnTo>
                  <a:pt x="992369" y="116915"/>
                </a:lnTo>
                <a:lnTo>
                  <a:pt x="980506" y="112659"/>
                </a:lnTo>
                <a:lnTo>
                  <a:pt x="973072" y="105987"/>
                </a:lnTo>
                <a:lnTo>
                  <a:pt x="970498" y="97244"/>
                </a:lnTo>
                <a:lnTo>
                  <a:pt x="973072" y="88424"/>
                </a:lnTo>
                <a:lnTo>
                  <a:pt x="980506" y="81906"/>
                </a:lnTo>
                <a:lnTo>
                  <a:pt x="992369" y="77918"/>
                </a:lnTo>
                <a:lnTo>
                  <a:pt x="1008230" y="76691"/>
                </a:lnTo>
                <a:lnTo>
                  <a:pt x="1065188" y="76691"/>
                </a:lnTo>
                <a:lnTo>
                  <a:pt x="1055625" y="67449"/>
                </a:lnTo>
                <a:lnTo>
                  <a:pt x="1035005" y="59411"/>
                </a:lnTo>
                <a:lnTo>
                  <a:pt x="1008230" y="56751"/>
                </a:lnTo>
                <a:close/>
              </a:path>
              <a:path w="2720975" h="277495">
                <a:moveTo>
                  <a:pt x="1095351" y="148473"/>
                </a:moveTo>
                <a:lnTo>
                  <a:pt x="1077784" y="150666"/>
                </a:lnTo>
                <a:lnTo>
                  <a:pt x="1059728" y="152442"/>
                </a:lnTo>
                <a:lnTo>
                  <a:pt x="1041385" y="153844"/>
                </a:lnTo>
                <a:lnTo>
                  <a:pt x="1022955" y="154915"/>
                </a:lnTo>
                <a:lnTo>
                  <a:pt x="1096109" y="154915"/>
                </a:lnTo>
                <a:lnTo>
                  <a:pt x="1095351" y="148473"/>
                </a:lnTo>
                <a:close/>
              </a:path>
              <a:path w="2720975" h="277495">
                <a:moveTo>
                  <a:pt x="1065188" y="76691"/>
                </a:moveTo>
                <a:lnTo>
                  <a:pt x="1008230" y="76691"/>
                </a:lnTo>
                <a:lnTo>
                  <a:pt x="1023913" y="77918"/>
                </a:lnTo>
                <a:lnTo>
                  <a:pt x="1035686" y="81906"/>
                </a:lnTo>
                <a:lnTo>
                  <a:pt x="1043086" y="88424"/>
                </a:lnTo>
                <a:lnTo>
                  <a:pt x="1045655" y="97244"/>
                </a:lnTo>
                <a:lnTo>
                  <a:pt x="1043086" y="105987"/>
                </a:lnTo>
                <a:lnTo>
                  <a:pt x="1035686" y="112659"/>
                </a:lnTo>
                <a:lnTo>
                  <a:pt x="1023913" y="116915"/>
                </a:lnTo>
                <a:lnTo>
                  <a:pt x="1008230" y="118410"/>
                </a:lnTo>
                <a:lnTo>
                  <a:pt x="1064908" y="118410"/>
                </a:lnTo>
                <a:lnTo>
                  <a:pt x="1069946" y="112453"/>
                </a:lnTo>
                <a:lnTo>
                  <a:pt x="1071518" y="105987"/>
                </a:lnTo>
                <a:lnTo>
                  <a:pt x="1073571" y="97244"/>
                </a:lnTo>
                <a:lnTo>
                  <a:pt x="1068883" y="80261"/>
                </a:lnTo>
                <a:lnTo>
                  <a:pt x="1065188" y="76691"/>
                </a:lnTo>
                <a:close/>
              </a:path>
              <a:path w="2720975" h="277495">
                <a:moveTo>
                  <a:pt x="1140139" y="200317"/>
                </a:moveTo>
                <a:lnTo>
                  <a:pt x="956387" y="200317"/>
                </a:lnTo>
                <a:lnTo>
                  <a:pt x="956387" y="223017"/>
                </a:lnTo>
                <a:lnTo>
                  <a:pt x="1110996" y="223017"/>
                </a:lnTo>
                <a:lnTo>
                  <a:pt x="1110996" y="277008"/>
                </a:lnTo>
                <a:lnTo>
                  <a:pt x="1140139" y="277008"/>
                </a:lnTo>
                <a:lnTo>
                  <a:pt x="1140139" y="200317"/>
                </a:lnTo>
                <a:close/>
              </a:path>
              <a:path w="2720975" h="277495">
                <a:moveTo>
                  <a:pt x="1087682" y="25768"/>
                </a:moveTo>
                <a:lnTo>
                  <a:pt x="929085" y="25768"/>
                </a:lnTo>
                <a:lnTo>
                  <a:pt x="929085" y="47548"/>
                </a:lnTo>
                <a:lnTo>
                  <a:pt x="1087682" y="47548"/>
                </a:lnTo>
                <a:lnTo>
                  <a:pt x="1087682" y="25768"/>
                </a:lnTo>
                <a:close/>
              </a:path>
              <a:path w="2720975" h="277495">
                <a:moveTo>
                  <a:pt x="1022955" y="0"/>
                </a:moveTo>
                <a:lnTo>
                  <a:pt x="993812" y="0"/>
                </a:lnTo>
                <a:lnTo>
                  <a:pt x="993812" y="25768"/>
                </a:lnTo>
                <a:lnTo>
                  <a:pt x="1022955" y="25768"/>
                </a:lnTo>
                <a:lnTo>
                  <a:pt x="1022955" y="0"/>
                </a:lnTo>
                <a:close/>
              </a:path>
              <a:path w="2720975" h="277495">
                <a:moveTo>
                  <a:pt x="1273479" y="191727"/>
                </a:moveTo>
                <a:lnTo>
                  <a:pt x="1244336" y="191727"/>
                </a:lnTo>
                <a:lnTo>
                  <a:pt x="1244336" y="271179"/>
                </a:lnTo>
                <a:lnTo>
                  <a:pt x="1430235" y="271179"/>
                </a:lnTo>
                <a:lnTo>
                  <a:pt x="1430235" y="247558"/>
                </a:lnTo>
                <a:lnTo>
                  <a:pt x="1273479" y="247558"/>
                </a:lnTo>
                <a:lnTo>
                  <a:pt x="1273479" y="191727"/>
                </a:lnTo>
                <a:close/>
              </a:path>
              <a:path w="2720975" h="277495">
                <a:moveTo>
                  <a:pt x="1418578" y="2454"/>
                </a:moveTo>
                <a:lnTo>
                  <a:pt x="1389435" y="2454"/>
                </a:lnTo>
                <a:lnTo>
                  <a:pt x="1389435" y="207986"/>
                </a:lnTo>
                <a:lnTo>
                  <a:pt x="1418578" y="207986"/>
                </a:lnTo>
                <a:lnTo>
                  <a:pt x="1418578" y="115036"/>
                </a:lnTo>
                <a:lnTo>
                  <a:pt x="1458457" y="115036"/>
                </a:lnTo>
                <a:lnTo>
                  <a:pt x="1458457" y="90802"/>
                </a:lnTo>
                <a:lnTo>
                  <a:pt x="1418578" y="90802"/>
                </a:lnTo>
                <a:lnTo>
                  <a:pt x="1418578" y="2454"/>
                </a:lnTo>
                <a:close/>
              </a:path>
              <a:path w="2720975" h="277495">
                <a:moveTo>
                  <a:pt x="1284829" y="71169"/>
                </a:moveTo>
                <a:lnTo>
                  <a:pt x="1257556" y="74869"/>
                </a:lnTo>
                <a:lnTo>
                  <a:pt x="1236437" y="85357"/>
                </a:lnTo>
                <a:lnTo>
                  <a:pt x="1222795" y="101711"/>
                </a:lnTo>
                <a:lnTo>
                  <a:pt x="1217954" y="123012"/>
                </a:lnTo>
                <a:lnTo>
                  <a:pt x="1222758" y="144102"/>
                </a:lnTo>
                <a:lnTo>
                  <a:pt x="1222795" y="144265"/>
                </a:lnTo>
                <a:lnTo>
                  <a:pt x="1236437" y="160514"/>
                </a:lnTo>
                <a:lnTo>
                  <a:pt x="1257556" y="170896"/>
                </a:lnTo>
                <a:lnTo>
                  <a:pt x="1284829" y="174548"/>
                </a:lnTo>
                <a:lnTo>
                  <a:pt x="1311925" y="170896"/>
                </a:lnTo>
                <a:lnTo>
                  <a:pt x="1332953" y="160514"/>
                </a:lnTo>
                <a:lnTo>
                  <a:pt x="1340210" y="151848"/>
                </a:lnTo>
                <a:lnTo>
                  <a:pt x="1284829" y="151848"/>
                </a:lnTo>
                <a:lnTo>
                  <a:pt x="1268911" y="149844"/>
                </a:lnTo>
                <a:lnTo>
                  <a:pt x="1256645" y="144102"/>
                </a:lnTo>
                <a:lnTo>
                  <a:pt x="1248808" y="135024"/>
                </a:lnTo>
                <a:lnTo>
                  <a:pt x="1246177" y="123012"/>
                </a:lnTo>
                <a:lnTo>
                  <a:pt x="1248808" y="110775"/>
                </a:lnTo>
                <a:lnTo>
                  <a:pt x="1256645" y="101500"/>
                </a:lnTo>
                <a:lnTo>
                  <a:pt x="1268911" y="95619"/>
                </a:lnTo>
                <a:lnTo>
                  <a:pt x="1284829" y="93563"/>
                </a:lnTo>
                <a:lnTo>
                  <a:pt x="1339780" y="93563"/>
                </a:lnTo>
                <a:lnTo>
                  <a:pt x="1332953" y="85357"/>
                </a:lnTo>
                <a:lnTo>
                  <a:pt x="1311925" y="74869"/>
                </a:lnTo>
                <a:lnTo>
                  <a:pt x="1284829" y="71169"/>
                </a:lnTo>
                <a:close/>
              </a:path>
              <a:path w="2720975" h="277495">
                <a:moveTo>
                  <a:pt x="1339780" y="93563"/>
                </a:moveTo>
                <a:lnTo>
                  <a:pt x="1284829" y="93563"/>
                </a:lnTo>
                <a:lnTo>
                  <a:pt x="1300757" y="95619"/>
                </a:lnTo>
                <a:lnTo>
                  <a:pt x="1313090" y="101500"/>
                </a:lnTo>
                <a:lnTo>
                  <a:pt x="1321109" y="110775"/>
                </a:lnTo>
                <a:lnTo>
                  <a:pt x="1324095" y="123012"/>
                </a:lnTo>
                <a:lnTo>
                  <a:pt x="1321109" y="135024"/>
                </a:lnTo>
                <a:lnTo>
                  <a:pt x="1313090" y="144102"/>
                </a:lnTo>
                <a:lnTo>
                  <a:pt x="1300757" y="149844"/>
                </a:lnTo>
                <a:lnTo>
                  <a:pt x="1284829" y="151848"/>
                </a:lnTo>
                <a:lnTo>
                  <a:pt x="1340210" y="151848"/>
                </a:lnTo>
                <a:lnTo>
                  <a:pt x="1346560" y="144265"/>
                </a:lnTo>
                <a:lnTo>
                  <a:pt x="1351397" y="123012"/>
                </a:lnTo>
                <a:lnTo>
                  <a:pt x="1346560" y="101711"/>
                </a:lnTo>
                <a:lnTo>
                  <a:pt x="1339780" y="93563"/>
                </a:lnTo>
                <a:close/>
              </a:path>
              <a:path w="2720975" h="277495">
                <a:moveTo>
                  <a:pt x="1366735" y="34357"/>
                </a:moveTo>
                <a:lnTo>
                  <a:pt x="1202923" y="34357"/>
                </a:lnTo>
                <a:lnTo>
                  <a:pt x="1202923" y="57978"/>
                </a:lnTo>
                <a:lnTo>
                  <a:pt x="1366735" y="57978"/>
                </a:lnTo>
                <a:lnTo>
                  <a:pt x="1366735" y="34357"/>
                </a:lnTo>
                <a:close/>
              </a:path>
              <a:path w="2720975" h="277495">
                <a:moveTo>
                  <a:pt x="1299554" y="2147"/>
                </a:moveTo>
                <a:lnTo>
                  <a:pt x="1270411" y="2147"/>
                </a:lnTo>
                <a:lnTo>
                  <a:pt x="1270411" y="34357"/>
                </a:lnTo>
                <a:lnTo>
                  <a:pt x="1299554" y="34357"/>
                </a:lnTo>
                <a:lnTo>
                  <a:pt x="1299554" y="2147"/>
                </a:lnTo>
                <a:close/>
              </a:path>
              <a:path w="2720975" h="277495">
                <a:moveTo>
                  <a:pt x="1799681" y="98778"/>
                </a:moveTo>
                <a:lnTo>
                  <a:pt x="1772072" y="98778"/>
                </a:lnTo>
                <a:lnTo>
                  <a:pt x="1772072" y="175469"/>
                </a:lnTo>
                <a:lnTo>
                  <a:pt x="1799681" y="175469"/>
                </a:lnTo>
                <a:lnTo>
                  <a:pt x="1799681" y="98778"/>
                </a:lnTo>
                <a:close/>
              </a:path>
              <a:path w="2720975" h="277495">
                <a:moveTo>
                  <a:pt x="1740169" y="7362"/>
                </a:moveTo>
                <a:lnTo>
                  <a:pt x="1712867" y="7362"/>
                </a:lnTo>
                <a:lnTo>
                  <a:pt x="1712867" y="165959"/>
                </a:lnTo>
                <a:lnTo>
                  <a:pt x="1740169" y="165959"/>
                </a:lnTo>
                <a:lnTo>
                  <a:pt x="1740169" y="98778"/>
                </a:lnTo>
                <a:lnTo>
                  <a:pt x="1799681" y="98778"/>
                </a:lnTo>
                <a:lnTo>
                  <a:pt x="1799681" y="74850"/>
                </a:lnTo>
                <a:lnTo>
                  <a:pt x="1740169" y="74850"/>
                </a:lnTo>
                <a:lnTo>
                  <a:pt x="1740169" y="7362"/>
                </a:lnTo>
                <a:close/>
              </a:path>
              <a:path w="2720975" h="277495">
                <a:moveTo>
                  <a:pt x="1799681" y="2147"/>
                </a:moveTo>
                <a:lnTo>
                  <a:pt x="1772072" y="2147"/>
                </a:lnTo>
                <a:lnTo>
                  <a:pt x="1772072" y="74850"/>
                </a:lnTo>
                <a:lnTo>
                  <a:pt x="1799681" y="74850"/>
                </a:lnTo>
                <a:lnTo>
                  <a:pt x="1799681" y="2147"/>
                </a:lnTo>
                <a:close/>
              </a:path>
              <a:path w="2720975" h="277495">
                <a:moveTo>
                  <a:pt x="1702744" y="33437"/>
                </a:moveTo>
                <a:lnTo>
                  <a:pt x="1563779" y="33437"/>
                </a:lnTo>
                <a:lnTo>
                  <a:pt x="1563779" y="56444"/>
                </a:lnTo>
                <a:lnTo>
                  <a:pt x="1702744" y="56444"/>
                </a:lnTo>
                <a:lnTo>
                  <a:pt x="1702744" y="33437"/>
                </a:lnTo>
                <a:close/>
              </a:path>
              <a:path w="2720975" h="277495">
                <a:moveTo>
                  <a:pt x="1648139" y="4294"/>
                </a:moveTo>
                <a:lnTo>
                  <a:pt x="1619304" y="4294"/>
                </a:lnTo>
                <a:lnTo>
                  <a:pt x="1619304" y="33437"/>
                </a:lnTo>
                <a:lnTo>
                  <a:pt x="1648139" y="33437"/>
                </a:lnTo>
                <a:lnTo>
                  <a:pt x="1648139" y="4294"/>
                </a:lnTo>
                <a:close/>
              </a:path>
              <a:path w="2720975" h="277495">
                <a:moveTo>
                  <a:pt x="1633415" y="69328"/>
                </a:moveTo>
                <a:lnTo>
                  <a:pt x="1609717" y="72698"/>
                </a:lnTo>
                <a:lnTo>
                  <a:pt x="1591081" y="82251"/>
                </a:lnTo>
                <a:lnTo>
                  <a:pt x="1578887" y="97153"/>
                </a:lnTo>
                <a:lnTo>
                  <a:pt x="1574516" y="116570"/>
                </a:lnTo>
                <a:lnTo>
                  <a:pt x="1578772" y="135474"/>
                </a:lnTo>
                <a:lnTo>
                  <a:pt x="1578887" y="135987"/>
                </a:lnTo>
                <a:lnTo>
                  <a:pt x="1591081" y="150889"/>
                </a:lnTo>
                <a:lnTo>
                  <a:pt x="1609717" y="160442"/>
                </a:lnTo>
                <a:lnTo>
                  <a:pt x="1633415" y="163812"/>
                </a:lnTo>
                <a:lnTo>
                  <a:pt x="1657467" y="160442"/>
                </a:lnTo>
                <a:lnTo>
                  <a:pt x="1676285" y="150889"/>
                </a:lnTo>
                <a:lnTo>
                  <a:pt x="1683068" y="142645"/>
                </a:lnTo>
                <a:lnTo>
                  <a:pt x="1633415" y="142645"/>
                </a:lnTo>
                <a:lnTo>
                  <a:pt x="1620133" y="140771"/>
                </a:lnTo>
                <a:lnTo>
                  <a:pt x="1609756" y="135474"/>
                </a:lnTo>
                <a:lnTo>
                  <a:pt x="1603002" y="127244"/>
                </a:lnTo>
                <a:lnTo>
                  <a:pt x="1600591" y="116570"/>
                </a:lnTo>
                <a:lnTo>
                  <a:pt x="1603002" y="105943"/>
                </a:lnTo>
                <a:lnTo>
                  <a:pt x="1609756" y="97819"/>
                </a:lnTo>
                <a:lnTo>
                  <a:pt x="1620133" y="92628"/>
                </a:lnTo>
                <a:lnTo>
                  <a:pt x="1633415" y="90802"/>
                </a:lnTo>
                <a:lnTo>
                  <a:pt x="1683321" y="90802"/>
                </a:lnTo>
                <a:lnTo>
                  <a:pt x="1676285" y="82251"/>
                </a:lnTo>
                <a:lnTo>
                  <a:pt x="1657467" y="72698"/>
                </a:lnTo>
                <a:lnTo>
                  <a:pt x="1633415" y="69328"/>
                </a:lnTo>
                <a:close/>
              </a:path>
              <a:path w="2720975" h="277495">
                <a:moveTo>
                  <a:pt x="1683321" y="90802"/>
                </a:moveTo>
                <a:lnTo>
                  <a:pt x="1633415" y="90802"/>
                </a:lnTo>
                <a:lnTo>
                  <a:pt x="1647003" y="92628"/>
                </a:lnTo>
                <a:lnTo>
                  <a:pt x="1657457" y="97819"/>
                </a:lnTo>
                <a:lnTo>
                  <a:pt x="1664173" y="105943"/>
                </a:lnTo>
                <a:lnTo>
                  <a:pt x="1666545" y="116570"/>
                </a:lnTo>
                <a:lnTo>
                  <a:pt x="1664173" y="127244"/>
                </a:lnTo>
                <a:lnTo>
                  <a:pt x="1657457" y="135474"/>
                </a:lnTo>
                <a:lnTo>
                  <a:pt x="1647003" y="140771"/>
                </a:lnTo>
                <a:lnTo>
                  <a:pt x="1633415" y="142645"/>
                </a:lnTo>
                <a:lnTo>
                  <a:pt x="1683068" y="142645"/>
                </a:lnTo>
                <a:lnTo>
                  <a:pt x="1688546" y="135987"/>
                </a:lnTo>
                <a:lnTo>
                  <a:pt x="1692927" y="116570"/>
                </a:lnTo>
                <a:lnTo>
                  <a:pt x="1688546" y="97153"/>
                </a:lnTo>
                <a:lnTo>
                  <a:pt x="1683321" y="90802"/>
                </a:lnTo>
                <a:close/>
              </a:path>
              <a:path w="2720975" h="277495">
                <a:moveTo>
                  <a:pt x="1707652" y="179457"/>
                </a:moveTo>
                <a:lnTo>
                  <a:pt x="1668496" y="182678"/>
                </a:lnTo>
                <a:lnTo>
                  <a:pt x="1639205" y="192111"/>
                </a:lnTo>
                <a:lnTo>
                  <a:pt x="1620900" y="207410"/>
                </a:lnTo>
                <a:lnTo>
                  <a:pt x="1614702" y="228232"/>
                </a:lnTo>
                <a:lnTo>
                  <a:pt x="1620900" y="248742"/>
                </a:lnTo>
                <a:lnTo>
                  <a:pt x="1639205" y="263932"/>
                </a:lnTo>
                <a:lnTo>
                  <a:pt x="1668496" y="273312"/>
                </a:lnTo>
                <a:lnTo>
                  <a:pt x="1707652" y="276394"/>
                </a:lnTo>
                <a:lnTo>
                  <a:pt x="1746817" y="273312"/>
                </a:lnTo>
                <a:lnTo>
                  <a:pt x="1776175" y="263932"/>
                </a:lnTo>
                <a:lnTo>
                  <a:pt x="1788263" y="254000"/>
                </a:lnTo>
                <a:lnTo>
                  <a:pt x="1707652" y="254000"/>
                </a:lnTo>
                <a:lnTo>
                  <a:pt x="1680378" y="252433"/>
                </a:lnTo>
                <a:lnTo>
                  <a:pt x="1660180" y="247443"/>
                </a:lnTo>
                <a:lnTo>
                  <a:pt x="1647689" y="239290"/>
                </a:lnTo>
                <a:lnTo>
                  <a:pt x="1643538" y="228232"/>
                </a:lnTo>
                <a:lnTo>
                  <a:pt x="1647689" y="216863"/>
                </a:lnTo>
                <a:lnTo>
                  <a:pt x="1660180" y="208599"/>
                </a:lnTo>
                <a:lnTo>
                  <a:pt x="1680378" y="203557"/>
                </a:lnTo>
                <a:lnTo>
                  <a:pt x="1707652" y="201850"/>
                </a:lnTo>
                <a:lnTo>
                  <a:pt x="1787944" y="201850"/>
                </a:lnTo>
                <a:lnTo>
                  <a:pt x="1776175" y="192111"/>
                </a:lnTo>
                <a:lnTo>
                  <a:pt x="1746817" y="182678"/>
                </a:lnTo>
                <a:lnTo>
                  <a:pt x="1707652" y="179457"/>
                </a:lnTo>
                <a:close/>
              </a:path>
              <a:path w="2720975" h="277495">
                <a:moveTo>
                  <a:pt x="1787944" y="201850"/>
                </a:moveTo>
                <a:lnTo>
                  <a:pt x="1707652" y="201850"/>
                </a:lnTo>
                <a:lnTo>
                  <a:pt x="1735016" y="203557"/>
                </a:lnTo>
                <a:lnTo>
                  <a:pt x="1755162" y="208599"/>
                </a:lnTo>
                <a:lnTo>
                  <a:pt x="1767658" y="216863"/>
                </a:lnTo>
                <a:lnTo>
                  <a:pt x="1772072" y="228232"/>
                </a:lnTo>
                <a:lnTo>
                  <a:pt x="1767658" y="239290"/>
                </a:lnTo>
                <a:lnTo>
                  <a:pt x="1755162" y="247443"/>
                </a:lnTo>
                <a:lnTo>
                  <a:pt x="1735016" y="252433"/>
                </a:lnTo>
                <a:lnTo>
                  <a:pt x="1707652" y="254000"/>
                </a:lnTo>
                <a:lnTo>
                  <a:pt x="1788263" y="254000"/>
                </a:lnTo>
                <a:lnTo>
                  <a:pt x="1794663" y="248742"/>
                </a:lnTo>
                <a:lnTo>
                  <a:pt x="1801215" y="228232"/>
                </a:lnTo>
                <a:lnTo>
                  <a:pt x="1794663" y="207410"/>
                </a:lnTo>
                <a:lnTo>
                  <a:pt x="1787944" y="201850"/>
                </a:lnTo>
                <a:close/>
              </a:path>
              <a:path w="2720975" h="277495">
                <a:moveTo>
                  <a:pt x="2094992" y="135896"/>
                </a:moveTo>
                <a:lnTo>
                  <a:pt x="1844059" y="135896"/>
                </a:lnTo>
                <a:lnTo>
                  <a:pt x="1844059" y="159210"/>
                </a:lnTo>
                <a:lnTo>
                  <a:pt x="2094992" y="159210"/>
                </a:lnTo>
                <a:lnTo>
                  <a:pt x="2094992" y="135896"/>
                </a:lnTo>
                <a:close/>
              </a:path>
              <a:path w="2720975" h="277495">
                <a:moveTo>
                  <a:pt x="1983637" y="106753"/>
                </a:moveTo>
                <a:lnTo>
                  <a:pt x="1955415" y="106753"/>
                </a:lnTo>
                <a:lnTo>
                  <a:pt x="1955415" y="135896"/>
                </a:lnTo>
                <a:lnTo>
                  <a:pt x="1983637" y="135896"/>
                </a:lnTo>
                <a:lnTo>
                  <a:pt x="1983637" y="106753"/>
                </a:lnTo>
                <a:close/>
              </a:path>
              <a:path w="2720975" h="277495">
                <a:moveTo>
                  <a:pt x="2064009" y="14724"/>
                </a:moveTo>
                <a:lnTo>
                  <a:pt x="1875349" y="14724"/>
                </a:lnTo>
                <a:lnTo>
                  <a:pt x="1875349" y="106753"/>
                </a:lnTo>
                <a:lnTo>
                  <a:pt x="2065850" y="106753"/>
                </a:lnTo>
                <a:lnTo>
                  <a:pt x="2065850" y="83439"/>
                </a:lnTo>
                <a:lnTo>
                  <a:pt x="1904185" y="83439"/>
                </a:lnTo>
                <a:lnTo>
                  <a:pt x="1904185" y="37732"/>
                </a:lnTo>
                <a:lnTo>
                  <a:pt x="2064009" y="37732"/>
                </a:lnTo>
                <a:lnTo>
                  <a:pt x="2064009" y="14724"/>
                </a:lnTo>
                <a:close/>
              </a:path>
              <a:path w="2720975" h="277495">
                <a:moveTo>
                  <a:pt x="1969219" y="177002"/>
                </a:moveTo>
                <a:lnTo>
                  <a:pt x="1929205" y="180329"/>
                </a:lnTo>
                <a:lnTo>
                  <a:pt x="1899200" y="190040"/>
                </a:lnTo>
                <a:lnTo>
                  <a:pt x="1880353" y="205733"/>
                </a:lnTo>
                <a:lnTo>
                  <a:pt x="1873815" y="227005"/>
                </a:lnTo>
                <a:lnTo>
                  <a:pt x="1880353" y="248234"/>
                </a:lnTo>
                <a:lnTo>
                  <a:pt x="1899200" y="263855"/>
                </a:lnTo>
                <a:lnTo>
                  <a:pt x="1929205" y="273552"/>
                </a:lnTo>
                <a:lnTo>
                  <a:pt x="1969219" y="277008"/>
                </a:lnTo>
                <a:lnTo>
                  <a:pt x="2009007" y="273552"/>
                </a:lnTo>
                <a:lnTo>
                  <a:pt x="2038816" y="263855"/>
                </a:lnTo>
                <a:lnTo>
                  <a:pt x="2050618" y="254000"/>
                </a:lnTo>
                <a:lnTo>
                  <a:pt x="1969219" y="254000"/>
                </a:lnTo>
                <a:lnTo>
                  <a:pt x="1941184" y="252371"/>
                </a:lnTo>
                <a:lnTo>
                  <a:pt x="1920482" y="247175"/>
                </a:lnTo>
                <a:lnTo>
                  <a:pt x="1907660" y="238643"/>
                </a:lnTo>
                <a:lnTo>
                  <a:pt x="1903265" y="227005"/>
                </a:lnTo>
                <a:lnTo>
                  <a:pt x="1907660" y="215362"/>
                </a:lnTo>
                <a:lnTo>
                  <a:pt x="1920482" y="206797"/>
                </a:lnTo>
                <a:lnTo>
                  <a:pt x="1941184" y="201510"/>
                </a:lnTo>
                <a:lnTo>
                  <a:pt x="1969219" y="199703"/>
                </a:lnTo>
                <a:lnTo>
                  <a:pt x="2050336" y="199703"/>
                </a:lnTo>
                <a:lnTo>
                  <a:pt x="2038816" y="190040"/>
                </a:lnTo>
                <a:lnTo>
                  <a:pt x="2009007" y="180329"/>
                </a:lnTo>
                <a:lnTo>
                  <a:pt x="1969219" y="177002"/>
                </a:lnTo>
                <a:close/>
              </a:path>
              <a:path w="2720975" h="277495">
                <a:moveTo>
                  <a:pt x="2050336" y="199703"/>
                </a:moveTo>
                <a:lnTo>
                  <a:pt x="1969219" y="199703"/>
                </a:lnTo>
                <a:lnTo>
                  <a:pt x="1996948" y="201510"/>
                </a:lnTo>
                <a:lnTo>
                  <a:pt x="2017573" y="206797"/>
                </a:lnTo>
                <a:lnTo>
                  <a:pt x="2030433" y="215362"/>
                </a:lnTo>
                <a:lnTo>
                  <a:pt x="2034867" y="227005"/>
                </a:lnTo>
                <a:lnTo>
                  <a:pt x="2030433" y="238643"/>
                </a:lnTo>
                <a:lnTo>
                  <a:pt x="2017573" y="247175"/>
                </a:lnTo>
                <a:lnTo>
                  <a:pt x="1996948" y="252371"/>
                </a:lnTo>
                <a:lnTo>
                  <a:pt x="1969219" y="254000"/>
                </a:lnTo>
                <a:lnTo>
                  <a:pt x="2050618" y="254000"/>
                </a:lnTo>
                <a:lnTo>
                  <a:pt x="2057524" y="248234"/>
                </a:lnTo>
                <a:lnTo>
                  <a:pt x="2064009" y="227005"/>
                </a:lnTo>
                <a:lnTo>
                  <a:pt x="2057524" y="205733"/>
                </a:lnTo>
                <a:lnTo>
                  <a:pt x="2050336" y="199703"/>
                </a:lnTo>
                <a:close/>
              </a:path>
              <a:path w="2720975" h="277495">
                <a:moveTo>
                  <a:pt x="2277619" y="182831"/>
                </a:moveTo>
                <a:lnTo>
                  <a:pt x="2248476" y="182831"/>
                </a:lnTo>
                <a:lnTo>
                  <a:pt x="2248476" y="271179"/>
                </a:lnTo>
                <a:lnTo>
                  <a:pt x="2434375" y="271179"/>
                </a:lnTo>
                <a:lnTo>
                  <a:pt x="2434375" y="247558"/>
                </a:lnTo>
                <a:lnTo>
                  <a:pt x="2277619" y="247558"/>
                </a:lnTo>
                <a:lnTo>
                  <a:pt x="2277619" y="182831"/>
                </a:lnTo>
                <a:close/>
              </a:path>
              <a:path w="2720975" h="277495">
                <a:moveTo>
                  <a:pt x="2422718" y="1840"/>
                </a:moveTo>
                <a:lnTo>
                  <a:pt x="2393576" y="1840"/>
                </a:lnTo>
                <a:lnTo>
                  <a:pt x="2393576" y="203998"/>
                </a:lnTo>
                <a:lnTo>
                  <a:pt x="2422718" y="203998"/>
                </a:lnTo>
                <a:lnTo>
                  <a:pt x="2422718" y="108594"/>
                </a:lnTo>
                <a:lnTo>
                  <a:pt x="2462598" y="108594"/>
                </a:lnTo>
                <a:lnTo>
                  <a:pt x="2462598" y="84053"/>
                </a:lnTo>
                <a:lnTo>
                  <a:pt x="2422718" y="84053"/>
                </a:lnTo>
                <a:lnTo>
                  <a:pt x="2422718" y="1840"/>
                </a:lnTo>
                <a:close/>
              </a:path>
              <a:path w="2720975" h="277495">
                <a:moveTo>
                  <a:pt x="2284061" y="20859"/>
                </a:moveTo>
                <a:lnTo>
                  <a:pt x="2255139" y="25897"/>
                </a:lnTo>
                <a:lnTo>
                  <a:pt x="2231911" y="39994"/>
                </a:lnTo>
                <a:lnTo>
                  <a:pt x="2216506" y="61626"/>
                </a:lnTo>
                <a:lnTo>
                  <a:pt x="2211051" y="89268"/>
                </a:lnTo>
                <a:lnTo>
                  <a:pt x="2216506" y="116781"/>
                </a:lnTo>
                <a:lnTo>
                  <a:pt x="2231911" y="138427"/>
                </a:lnTo>
                <a:lnTo>
                  <a:pt x="2255139" y="152596"/>
                </a:lnTo>
                <a:lnTo>
                  <a:pt x="2284061" y="157676"/>
                </a:lnTo>
                <a:lnTo>
                  <a:pt x="2312945" y="152596"/>
                </a:lnTo>
                <a:lnTo>
                  <a:pt x="2336134" y="138427"/>
                </a:lnTo>
                <a:lnTo>
                  <a:pt x="2340577" y="132215"/>
                </a:lnTo>
                <a:lnTo>
                  <a:pt x="2284061" y="132215"/>
                </a:lnTo>
                <a:lnTo>
                  <a:pt x="2266456" y="129085"/>
                </a:lnTo>
                <a:lnTo>
                  <a:pt x="2252272" y="120289"/>
                </a:lnTo>
                <a:lnTo>
                  <a:pt x="2242863" y="106720"/>
                </a:lnTo>
                <a:lnTo>
                  <a:pt x="2239580" y="89268"/>
                </a:lnTo>
                <a:lnTo>
                  <a:pt x="2242863" y="71816"/>
                </a:lnTo>
                <a:lnTo>
                  <a:pt x="2252272" y="58246"/>
                </a:lnTo>
                <a:lnTo>
                  <a:pt x="2266456" y="49451"/>
                </a:lnTo>
                <a:lnTo>
                  <a:pt x="2284061" y="46321"/>
                </a:lnTo>
                <a:lnTo>
                  <a:pt x="2340662" y="46321"/>
                </a:lnTo>
                <a:lnTo>
                  <a:pt x="2336134" y="39994"/>
                </a:lnTo>
                <a:lnTo>
                  <a:pt x="2312945" y="25897"/>
                </a:lnTo>
                <a:lnTo>
                  <a:pt x="2284061" y="20859"/>
                </a:lnTo>
                <a:close/>
              </a:path>
              <a:path w="2720975" h="277495">
                <a:moveTo>
                  <a:pt x="2340662" y="46321"/>
                </a:moveTo>
                <a:lnTo>
                  <a:pt x="2284061" y="46321"/>
                </a:lnTo>
                <a:lnTo>
                  <a:pt x="2301801" y="49451"/>
                </a:lnTo>
                <a:lnTo>
                  <a:pt x="2316003" y="58246"/>
                </a:lnTo>
                <a:lnTo>
                  <a:pt x="2325431" y="71816"/>
                </a:lnTo>
                <a:lnTo>
                  <a:pt x="2328848" y="89268"/>
                </a:lnTo>
                <a:lnTo>
                  <a:pt x="2325431" y="106720"/>
                </a:lnTo>
                <a:lnTo>
                  <a:pt x="2316003" y="120289"/>
                </a:lnTo>
                <a:lnTo>
                  <a:pt x="2301801" y="129085"/>
                </a:lnTo>
                <a:lnTo>
                  <a:pt x="2284061" y="132215"/>
                </a:lnTo>
                <a:lnTo>
                  <a:pt x="2340577" y="132215"/>
                </a:lnTo>
                <a:lnTo>
                  <a:pt x="2351616" y="116781"/>
                </a:lnTo>
                <a:lnTo>
                  <a:pt x="2357378" y="89268"/>
                </a:lnTo>
                <a:lnTo>
                  <a:pt x="2351616" y="61626"/>
                </a:lnTo>
                <a:lnTo>
                  <a:pt x="2340662" y="46321"/>
                </a:lnTo>
                <a:close/>
              </a:path>
              <a:path w="2720975" h="277495">
                <a:moveTo>
                  <a:pt x="2720791" y="136203"/>
                </a:moveTo>
                <a:lnTo>
                  <a:pt x="2692875" y="136203"/>
                </a:lnTo>
                <a:lnTo>
                  <a:pt x="2692875" y="277008"/>
                </a:lnTo>
                <a:lnTo>
                  <a:pt x="2720791" y="277008"/>
                </a:lnTo>
                <a:lnTo>
                  <a:pt x="2720791" y="136203"/>
                </a:lnTo>
                <a:close/>
              </a:path>
              <a:path w="2720975" h="277495">
                <a:moveTo>
                  <a:pt x="2657597" y="7669"/>
                </a:moveTo>
                <a:lnTo>
                  <a:pt x="2630295" y="7669"/>
                </a:lnTo>
                <a:lnTo>
                  <a:pt x="2630295" y="262896"/>
                </a:lnTo>
                <a:lnTo>
                  <a:pt x="2657597" y="262896"/>
                </a:lnTo>
                <a:lnTo>
                  <a:pt x="2657597" y="136203"/>
                </a:lnTo>
                <a:lnTo>
                  <a:pt x="2720791" y="136203"/>
                </a:lnTo>
                <a:lnTo>
                  <a:pt x="2720791" y="112275"/>
                </a:lnTo>
                <a:lnTo>
                  <a:pt x="2657597" y="112275"/>
                </a:lnTo>
                <a:lnTo>
                  <a:pt x="2657597" y="7669"/>
                </a:lnTo>
                <a:close/>
              </a:path>
              <a:path w="2720975" h="277495">
                <a:moveTo>
                  <a:pt x="2720791" y="2147"/>
                </a:moveTo>
                <a:lnTo>
                  <a:pt x="2692875" y="2147"/>
                </a:lnTo>
                <a:lnTo>
                  <a:pt x="2692875" y="112275"/>
                </a:lnTo>
                <a:lnTo>
                  <a:pt x="2720791" y="112275"/>
                </a:lnTo>
                <a:lnTo>
                  <a:pt x="2720791" y="2147"/>
                </a:lnTo>
                <a:close/>
              </a:path>
              <a:path w="2720975" h="277495">
                <a:moveTo>
                  <a:pt x="2527529" y="34664"/>
                </a:moveTo>
                <a:lnTo>
                  <a:pt x="2498387" y="34664"/>
                </a:lnTo>
                <a:lnTo>
                  <a:pt x="2498387" y="207065"/>
                </a:lnTo>
                <a:lnTo>
                  <a:pt x="2516179" y="207065"/>
                </a:lnTo>
                <a:lnTo>
                  <a:pt x="2538731" y="206672"/>
                </a:lnTo>
                <a:lnTo>
                  <a:pt x="2562462" y="205301"/>
                </a:lnTo>
                <a:lnTo>
                  <a:pt x="2587746" y="202665"/>
                </a:lnTo>
                <a:lnTo>
                  <a:pt x="2614957" y="198476"/>
                </a:lnTo>
                <a:lnTo>
                  <a:pt x="2612887" y="181297"/>
                </a:lnTo>
                <a:lnTo>
                  <a:pt x="2527529" y="181297"/>
                </a:lnTo>
                <a:lnTo>
                  <a:pt x="2527529" y="34664"/>
                </a:lnTo>
                <a:close/>
              </a:path>
              <a:path w="2720975" h="277495">
                <a:moveTo>
                  <a:pt x="2611889" y="173015"/>
                </a:moveTo>
                <a:lnTo>
                  <a:pt x="2589153" y="176875"/>
                </a:lnTo>
                <a:lnTo>
                  <a:pt x="2567581" y="179399"/>
                </a:lnTo>
                <a:lnTo>
                  <a:pt x="2547073" y="180801"/>
                </a:lnTo>
                <a:lnTo>
                  <a:pt x="2527529" y="181297"/>
                </a:lnTo>
                <a:lnTo>
                  <a:pt x="2612887" y="181297"/>
                </a:lnTo>
                <a:lnTo>
                  <a:pt x="2611889" y="173015"/>
                </a:lnTo>
                <a:close/>
              </a:path>
            </a:pathLst>
          </a:custGeom>
          <a:solidFill>
            <a:srgbClr val="24263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9287674" y="2921377"/>
            <a:ext cx="325120" cy="325120"/>
            <a:chOff x="9287674" y="2921377"/>
            <a:chExt cx="325120" cy="32512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06167" y="2995000"/>
              <a:ext cx="70678" cy="17767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287674" y="2921377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20" h="325119">
                  <a:moveTo>
                    <a:pt x="162298" y="0"/>
                  </a:moveTo>
                  <a:lnTo>
                    <a:pt x="119153" y="5797"/>
                  </a:lnTo>
                  <a:lnTo>
                    <a:pt x="80383" y="22158"/>
                  </a:lnTo>
                  <a:lnTo>
                    <a:pt x="47536" y="47536"/>
                  </a:lnTo>
                  <a:lnTo>
                    <a:pt x="22158" y="80383"/>
                  </a:lnTo>
                  <a:lnTo>
                    <a:pt x="5797" y="119153"/>
                  </a:lnTo>
                  <a:lnTo>
                    <a:pt x="0" y="162298"/>
                  </a:lnTo>
                  <a:lnTo>
                    <a:pt x="5797" y="205444"/>
                  </a:lnTo>
                  <a:lnTo>
                    <a:pt x="22158" y="244214"/>
                  </a:lnTo>
                  <a:lnTo>
                    <a:pt x="47536" y="277061"/>
                  </a:lnTo>
                  <a:lnTo>
                    <a:pt x="80383" y="302438"/>
                  </a:lnTo>
                  <a:lnTo>
                    <a:pt x="119153" y="318799"/>
                  </a:lnTo>
                  <a:lnTo>
                    <a:pt x="162298" y="324597"/>
                  </a:lnTo>
                  <a:lnTo>
                    <a:pt x="162298" y="303655"/>
                  </a:lnTo>
                  <a:lnTo>
                    <a:pt x="117619" y="296449"/>
                  </a:lnTo>
                  <a:lnTo>
                    <a:pt x="78815" y="276381"/>
                  </a:lnTo>
                  <a:lnTo>
                    <a:pt x="48215" y="245782"/>
                  </a:lnTo>
                  <a:lnTo>
                    <a:pt x="28148" y="206978"/>
                  </a:lnTo>
                  <a:lnTo>
                    <a:pt x="20941" y="162298"/>
                  </a:lnTo>
                  <a:lnTo>
                    <a:pt x="28148" y="117618"/>
                  </a:lnTo>
                  <a:lnTo>
                    <a:pt x="48215" y="78815"/>
                  </a:lnTo>
                  <a:lnTo>
                    <a:pt x="78815" y="48215"/>
                  </a:lnTo>
                  <a:lnTo>
                    <a:pt x="117619" y="28148"/>
                  </a:lnTo>
                  <a:lnTo>
                    <a:pt x="162298" y="20941"/>
                  </a:lnTo>
                  <a:lnTo>
                    <a:pt x="162298" y="0"/>
                  </a:lnTo>
                  <a:close/>
                </a:path>
                <a:path w="325120" h="325119">
                  <a:moveTo>
                    <a:pt x="162298" y="0"/>
                  </a:moveTo>
                  <a:lnTo>
                    <a:pt x="162298" y="20941"/>
                  </a:lnTo>
                  <a:lnTo>
                    <a:pt x="206978" y="28148"/>
                  </a:lnTo>
                  <a:lnTo>
                    <a:pt x="245782" y="48215"/>
                  </a:lnTo>
                  <a:lnTo>
                    <a:pt x="276382" y="78815"/>
                  </a:lnTo>
                  <a:lnTo>
                    <a:pt x="296449" y="117618"/>
                  </a:lnTo>
                  <a:lnTo>
                    <a:pt x="303655" y="162298"/>
                  </a:lnTo>
                  <a:lnTo>
                    <a:pt x="296449" y="206978"/>
                  </a:lnTo>
                  <a:lnTo>
                    <a:pt x="276382" y="245782"/>
                  </a:lnTo>
                  <a:lnTo>
                    <a:pt x="245782" y="276381"/>
                  </a:lnTo>
                  <a:lnTo>
                    <a:pt x="206978" y="296449"/>
                  </a:lnTo>
                  <a:lnTo>
                    <a:pt x="162298" y="303655"/>
                  </a:lnTo>
                  <a:lnTo>
                    <a:pt x="162298" y="324597"/>
                  </a:lnTo>
                  <a:lnTo>
                    <a:pt x="205444" y="318799"/>
                  </a:lnTo>
                  <a:lnTo>
                    <a:pt x="244214" y="302438"/>
                  </a:lnTo>
                  <a:lnTo>
                    <a:pt x="277061" y="277061"/>
                  </a:lnTo>
                  <a:lnTo>
                    <a:pt x="302438" y="244214"/>
                  </a:lnTo>
                  <a:lnTo>
                    <a:pt x="318799" y="205444"/>
                  </a:lnTo>
                  <a:lnTo>
                    <a:pt x="324597" y="162298"/>
                  </a:lnTo>
                  <a:lnTo>
                    <a:pt x="318799" y="119153"/>
                  </a:lnTo>
                  <a:lnTo>
                    <a:pt x="302438" y="80383"/>
                  </a:lnTo>
                  <a:lnTo>
                    <a:pt x="277061" y="47536"/>
                  </a:lnTo>
                  <a:lnTo>
                    <a:pt x="244214" y="22158"/>
                  </a:lnTo>
                  <a:lnTo>
                    <a:pt x="205444" y="5797"/>
                  </a:lnTo>
                  <a:lnTo>
                    <a:pt x="1622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49705" y="4523422"/>
            <a:ext cx="208505" cy="39523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49705" y="7203968"/>
            <a:ext cx="208505" cy="3952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41034" y="3294140"/>
            <a:ext cx="4206810" cy="113766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28404" y="5176871"/>
            <a:ext cx="4111353" cy="73623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731634" y="2720589"/>
            <a:ext cx="1288415" cy="256540"/>
          </a:xfrm>
          <a:custGeom>
            <a:avLst/>
            <a:gdLst/>
            <a:ahLst/>
            <a:cxnLst/>
            <a:rect l="l" t="t" r="r" b="b"/>
            <a:pathLst>
              <a:path w="1288415" h="256539">
                <a:moveTo>
                  <a:pt x="234776" y="202137"/>
                </a:moveTo>
                <a:lnTo>
                  <a:pt x="0" y="202137"/>
                </a:lnTo>
                <a:lnTo>
                  <a:pt x="0" y="224755"/>
                </a:lnTo>
                <a:lnTo>
                  <a:pt x="234776" y="224755"/>
                </a:lnTo>
                <a:lnTo>
                  <a:pt x="234776" y="202137"/>
                </a:lnTo>
                <a:close/>
              </a:path>
              <a:path w="1288415" h="256539">
                <a:moveTo>
                  <a:pt x="130272" y="149455"/>
                </a:moveTo>
                <a:lnTo>
                  <a:pt x="103359" y="149455"/>
                </a:lnTo>
                <a:lnTo>
                  <a:pt x="103359" y="202137"/>
                </a:lnTo>
                <a:lnTo>
                  <a:pt x="130272" y="202137"/>
                </a:lnTo>
                <a:lnTo>
                  <a:pt x="130272" y="149455"/>
                </a:lnTo>
                <a:close/>
              </a:path>
              <a:path w="1288415" h="256539">
                <a:moveTo>
                  <a:pt x="54113" y="17465"/>
                </a:moveTo>
                <a:lnTo>
                  <a:pt x="26913" y="17465"/>
                </a:lnTo>
                <a:lnTo>
                  <a:pt x="26913" y="149455"/>
                </a:lnTo>
                <a:lnTo>
                  <a:pt x="207004" y="149455"/>
                </a:lnTo>
                <a:lnTo>
                  <a:pt x="207004" y="127409"/>
                </a:lnTo>
                <a:lnTo>
                  <a:pt x="54113" y="127409"/>
                </a:lnTo>
                <a:lnTo>
                  <a:pt x="54113" y="83603"/>
                </a:lnTo>
                <a:lnTo>
                  <a:pt x="207004" y="83603"/>
                </a:lnTo>
                <a:lnTo>
                  <a:pt x="207004" y="61557"/>
                </a:lnTo>
                <a:lnTo>
                  <a:pt x="54113" y="61557"/>
                </a:lnTo>
                <a:lnTo>
                  <a:pt x="54113" y="17465"/>
                </a:lnTo>
                <a:close/>
              </a:path>
              <a:path w="1288415" h="256539">
                <a:moveTo>
                  <a:pt x="207004" y="83603"/>
                </a:moveTo>
                <a:lnTo>
                  <a:pt x="180091" y="83603"/>
                </a:lnTo>
                <a:lnTo>
                  <a:pt x="180091" y="127409"/>
                </a:lnTo>
                <a:lnTo>
                  <a:pt x="207004" y="127409"/>
                </a:lnTo>
                <a:lnTo>
                  <a:pt x="207004" y="83603"/>
                </a:lnTo>
                <a:close/>
              </a:path>
              <a:path w="1288415" h="256539">
                <a:moveTo>
                  <a:pt x="207004" y="17465"/>
                </a:moveTo>
                <a:lnTo>
                  <a:pt x="180091" y="17465"/>
                </a:lnTo>
                <a:lnTo>
                  <a:pt x="180091" y="61557"/>
                </a:lnTo>
                <a:lnTo>
                  <a:pt x="207004" y="61557"/>
                </a:lnTo>
                <a:lnTo>
                  <a:pt x="207004" y="17465"/>
                </a:lnTo>
                <a:close/>
              </a:path>
              <a:path w="1288415" h="256539">
                <a:moveTo>
                  <a:pt x="472215" y="36075"/>
                </a:moveTo>
                <a:lnTo>
                  <a:pt x="261202" y="36075"/>
                </a:lnTo>
                <a:lnTo>
                  <a:pt x="261202" y="58121"/>
                </a:lnTo>
                <a:lnTo>
                  <a:pt x="472215" y="58121"/>
                </a:lnTo>
                <a:lnTo>
                  <a:pt x="472215" y="36075"/>
                </a:lnTo>
                <a:close/>
              </a:path>
              <a:path w="1288415" h="256539">
                <a:moveTo>
                  <a:pt x="380309" y="3722"/>
                </a:moveTo>
                <a:lnTo>
                  <a:pt x="353395" y="3722"/>
                </a:lnTo>
                <a:lnTo>
                  <a:pt x="353395" y="36075"/>
                </a:lnTo>
                <a:lnTo>
                  <a:pt x="380309" y="36075"/>
                </a:lnTo>
                <a:lnTo>
                  <a:pt x="380309" y="3722"/>
                </a:lnTo>
                <a:close/>
              </a:path>
              <a:path w="1288415" h="256539">
                <a:moveTo>
                  <a:pt x="484813" y="205572"/>
                </a:moveTo>
                <a:lnTo>
                  <a:pt x="250036" y="205572"/>
                </a:lnTo>
                <a:lnTo>
                  <a:pt x="250036" y="227619"/>
                </a:lnTo>
                <a:lnTo>
                  <a:pt x="484813" y="227619"/>
                </a:lnTo>
                <a:lnTo>
                  <a:pt x="484813" y="205572"/>
                </a:lnTo>
                <a:close/>
              </a:path>
              <a:path w="1288415" h="256539">
                <a:moveTo>
                  <a:pt x="366852" y="73582"/>
                </a:moveTo>
                <a:lnTo>
                  <a:pt x="331130" y="76884"/>
                </a:lnTo>
                <a:lnTo>
                  <a:pt x="304185" y="86466"/>
                </a:lnTo>
                <a:lnTo>
                  <a:pt x="287172" y="101846"/>
                </a:lnTo>
                <a:lnTo>
                  <a:pt x="281244" y="122542"/>
                </a:lnTo>
                <a:lnTo>
                  <a:pt x="286197" y="141827"/>
                </a:lnTo>
                <a:lnTo>
                  <a:pt x="300463" y="156684"/>
                </a:lnTo>
                <a:lnTo>
                  <a:pt x="323158" y="166710"/>
                </a:lnTo>
                <a:lnTo>
                  <a:pt x="353395" y="171501"/>
                </a:lnTo>
                <a:lnTo>
                  <a:pt x="353395" y="205572"/>
                </a:lnTo>
                <a:lnTo>
                  <a:pt x="380309" y="205572"/>
                </a:lnTo>
                <a:lnTo>
                  <a:pt x="380309" y="171501"/>
                </a:lnTo>
                <a:lnTo>
                  <a:pt x="410320" y="166710"/>
                </a:lnTo>
                <a:lnTo>
                  <a:pt x="432937" y="156684"/>
                </a:lnTo>
                <a:lnTo>
                  <a:pt x="439055" y="150314"/>
                </a:lnTo>
                <a:lnTo>
                  <a:pt x="366852" y="150314"/>
                </a:lnTo>
                <a:lnTo>
                  <a:pt x="342314" y="148350"/>
                </a:lnTo>
                <a:lnTo>
                  <a:pt x="324084" y="142977"/>
                </a:lnTo>
                <a:lnTo>
                  <a:pt x="312779" y="134330"/>
                </a:lnTo>
                <a:lnTo>
                  <a:pt x="309017" y="122542"/>
                </a:lnTo>
                <a:lnTo>
                  <a:pt x="312779" y="110758"/>
                </a:lnTo>
                <a:lnTo>
                  <a:pt x="324084" y="102142"/>
                </a:lnTo>
                <a:lnTo>
                  <a:pt x="342314" y="96854"/>
                </a:lnTo>
                <a:lnTo>
                  <a:pt x="366852" y="95056"/>
                </a:lnTo>
                <a:lnTo>
                  <a:pt x="438682" y="95056"/>
                </a:lnTo>
                <a:lnTo>
                  <a:pt x="429161" y="86466"/>
                </a:lnTo>
                <a:lnTo>
                  <a:pt x="402288" y="76884"/>
                </a:lnTo>
                <a:lnTo>
                  <a:pt x="366852" y="73582"/>
                </a:lnTo>
                <a:close/>
              </a:path>
              <a:path w="1288415" h="256539">
                <a:moveTo>
                  <a:pt x="438682" y="95056"/>
                </a:moveTo>
                <a:lnTo>
                  <a:pt x="366852" y="95056"/>
                </a:lnTo>
                <a:lnTo>
                  <a:pt x="391063" y="96854"/>
                </a:lnTo>
                <a:lnTo>
                  <a:pt x="409155" y="102142"/>
                </a:lnTo>
                <a:lnTo>
                  <a:pt x="420482" y="110758"/>
                </a:lnTo>
                <a:lnTo>
                  <a:pt x="424401" y="122542"/>
                </a:lnTo>
                <a:lnTo>
                  <a:pt x="420482" y="134330"/>
                </a:lnTo>
                <a:lnTo>
                  <a:pt x="409155" y="142977"/>
                </a:lnTo>
                <a:lnTo>
                  <a:pt x="391063" y="148350"/>
                </a:lnTo>
                <a:lnTo>
                  <a:pt x="366852" y="150314"/>
                </a:lnTo>
                <a:lnTo>
                  <a:pt x="439055" y="150314"/>
                </a:lnTo>
                <a:lnTo>
                  <a:pt x="447205" y="141827"/>
                </a:lnTo>
                <a:lnTo>
                  <a:pt x="452173" y="122542"/>
                </a:lnTo>
                <a:lnTo>
                  <a:pt x="446295" y="102142"/>
                </a:lnTo>
                <a:lnTo>
                  <a:pt x="446210" y="101846"/>
                </a:lnTo>
                <a:lnTo>
                  <a:pt x="438682" y="95056"/>
                </a:lnTo>
                <a:close/>
              </a:path>
              <a:path w="1288415" h="256539">
                <a:moveTo>
                  <a:pt x="589402" y="48386"/>
                </a:moveTo>
                <a:lnTo>
                  <a:pt x="562489" y="48386"/>
                </a:lnTo>
                <a:lnTo>
                  <a:pt x="562489" y="75586"/>
                </a:lnTo>
                <a:lnTo>
                  <a:pt x="557452" y="108597"/>
                </a:lnTo>
                <a:lnTo>
                  <a:pt x="543449" y="140186"/>
                </a:lnTo>
                <a:lnTo>
                  <a:pt x="522146" y="167104"/>
                </a:lnTo>
                <a:lnTo>
                  <a:pt x="495205" y="186103"/>
                </a:lnTo>
                <a:lnTo>
                  <a:pt x="511239" y="207577"/>
                </a:lnTo>
                <a:lnTo>
                  <a:pt x="532149" y="193617"/>
                </a:lnTo>
                <a:lnTo>
                  <a:pt x="550428" y="174382"/>
                </a:lnTo>
                <a:lnTo>
                  <a:pt x="565433" y="150987"/>
                </a:lnTo>
                <a:lnTo>
                  <a:pt x="576518" y="124546"/>
                </a:lnTo>
                <a:lnTo>
                  <a:pt x="602366" y="124546"/>
                </a:lnTo>
                <a:lnTo>
                  <a:pt x="594171" y="106445"/>
                </a:lnTo>
                <a:lnTo>
                  <a:pt x="589402" y="75586"/>
                </a:lnTo>
                <a:lnTo>
                  <a:pt x="589402" y="48386"/>
                </a:lnTo>
                <a:close/>
              </a:path>
              <a:path w="1288415" h="256539">
                <a:moveTo>
                  <a:pt x="602366" y="124546"/>
                </a:moveTo>
                <a:lnTo>
                  <a:pt x="576518" y="124546"/>
                </a:lnTo>
                <a:lnTo>
                  <a:pt x="587145" y="148730"/>
                </a:lnTo>
                <a:lnTo>
                  <a:pt x="601517" y="170177"/>
                </a:lnTo>
                <a:lnTo>
                  <a:pt x="619136" y="187919"/>
                </a:lnTo>
                <a:lnTo>
                  <a:pt x="639507" y="200991"/>
                </a:lnTo>
                <a:lnTo>
                  <a:pt x="654968" y="179804"/>
                </a:lnTo>
                <a:lnTo>
                  <a:pt x="628296" y="161507"/>
                </a:lnTo>
                <a:lnTo>
                  <a:pt x="607583" y="136070"/>
                </a:lnTo>
                <a:lnTo>
                  <a:pt x="602366" y="124546"/>
                </a:lnTo>
                <a:close/>
              </a:path>
              <a:path w="1288415" h="256539">
                <a:moveTo>
                  <a:pt x="645233" y="25768"/>
                </a:moveTo>
                <a:lnTo>
                  <a:pt x="504654" y="25768"/>
                </a:lnTo>
                <a:lnTo>
                  <a:pt x="504654" y="48386"/>
                </a:lnTo>
                <a:lnTo>
                  <a:pt x="645233" y="48386"/>
                </a:lnTo>
                <a:lnTo>
                  <a:pt x="645233" y="25768"/>
                </a:lnTo>
                <a:close/>
              </a:path>
              <a:path w="1288415" h="256539">
                <a:moveTo>
                  <a:pt x="699919" y="0"/>
                </a:moveTo>
                <a:lnTo>
                  <a:pt x="672720" y="0"/>
                </a:lnTo>
                <a:lnTo>
                  <a:pt x="672720" y="256536"/>
                </a:lnTo>
                <a:lnTo>
                  <a:pt x="699919" y="256536"/>
                </a:lnTo>
                <a:lnTo>
                  <a:pt x="699919" y="124546"/>
                </a:lnTo>
                <a:lnTo>
                  <a:pt x="741148" y="124546"/>
                </a:lnTo>
                <a:lnTo>
                  <a:pt x="741148" y="101641"/>
                </a:lnTo>
                <a:lnTo>
                  <a:pt x="699919" y="101641"/>
                </a:lnTo>
                <a:lnTo>
                  <a:pt x="699919" y="0"/>
                </a:lnTo>
                <a:close/>
              </a:path>
              <a:path w="1288415" h="256539">
                <a:moveTo>
                  <a:pt x="1019329" y="0"/>
                </a:moveTo>
                <a:lnTo>
                  <a:pt x="992129" y="0"/>
                </a:lnTo>
                <a:lnTo>
                  <a:pt x="992129" y="256536"/>
                </a:lnTo>
                <a:lnTo>
                  <a:pt x="1019329" y="256536"/>
                </a:lnTo>
                <a:lnTo>
                  <a:pt x="1019329" y="130272"/>
                </a:lnTo>
                <a:lnTo>
                  <a:pt x="1057981" y="130272"/>
                </a:lnTo>
                <a:lnTo>
                  <a:pt x="1057981" y="107367"/>
                </a:lnTo>
                <a:lnTo>
                  <a:pt x="1019329" y="107367"/>
                </a:lnTo>
                <a:lnTo>
                  <a:pt x="1019329" y="0"/>
                </a:lnTo>
                <a:close/>
              </a:path>
              <a:path w="1288415" h="256539">
                <a:moveTo>
                  <a:pt x="897073" y="65279"/>
                </a:moveTo>
                <a:lnTo>
                  <a:pt x="871998" y="68728"/>
                </a:lnTo>
                <a:lnTo>
                  <a:pt x="852587" y="78485"/>
                </a:lnTo>
                <a:lnTo>
                  <a:pt x="840101" y="93664"/>
                </a:lnTo>
                <a:lnTo>
                  <a:pt x="835802" y="113380"/>
                </a:lnTo>
                <a:lnTo>
                  <a:pt x="839058" y="130596"/>
                </a:lnTo>
                <a:lnTo>
                  <a:pt x="845371" y="139720"/>
                </a:lnTo>
                <a:lnTo>
                  <a:pt x="848750" y="144498"/>
                </a:lnTo>
                <a:lnTo>
                  <a:pt x="863664" y="154327"/>
                </a:lnTo>
                <a:lnTo>
                  <a:pt x="883330" y="159762"/>
                </a:lnTo>
                <a:lnTo>
                  <a:pt x="883330" y="185817"/>
                </a:lnTo>
                <a:lnTo>
                  <a:pt x="865194" y="186313"/>
                </a:lnTo>
                <a:lnTo>
                  <a:pt x="840261" y="186676"/>
                </a:lnTo>
                <a:lnTo>
                  <a:pt x="815187" y="186676"/>
                </a:lnTo>
                <a:lnTo>
                  <a:pt x="819444" y="209093"/>
                </a:lnTo>
                <a:lnTo>
                  <a:pt x="819482" y="209294"/>
                </a:lnTo>
                <a:lnTo>
                  <a:pt x="855235" y="209093"/>
                </a:lnTo>
                <a:lnTo>
                  <a:pt x="895069" y="207899"/>
                </a:lnTo>
                <a:lnTo>
                  <a:pt x="937049" y="204825"/>
                </a:lnTo>
                <a:lnTo>
                  <a:pt x="979245" y="198987"/>
                </a:lnTo>
                <a:lnTo>
                  <a:pt x="978190" y="186676"/>
                </a:lnTo>
                <a:lnTo>
                  <a:pt x="978116" y="185817"/>
                </a:lnTo>
                <a:lnTo>
                  <a:pt x="978018" y="184672"/>
                </a:lnTo>
                <a:lnTo>
                  <a:pt x="910530" y="184672"/>
                </a:lnTo>
                <a:lnTo>
                  <a:pt x="910530" y="160049"/>
                </a:lnTo>
                <a:lnTo>
                  <a:pt x="930250" y="154508"/>
                </a:lnTo>
                <a:lnTo>
                  <a:pt x="945460" y="144498"/>
                </a:lnTo>
                <a:lnTo>
                  <a:pt x="948842" y="139720"/>
                </a:lnTo>
                <a:lnTo>
                  <a:pt x="897073" y="139720"/>
                </a:lnTo>
                <a:lnTo>
                  <a:pt x="882422" y="137900"/>
                </a:lnTo>
                <a:lnTo>
                  <a:pt x="871126" y="132670"/>
                </a:lnTo>
                <a:lnTo>
                  <a:pt x="863856" y="124380"/>
                </a:lnTo>
                <a:lnTo>
                  <a:pt x="861284" y="113380"/>
                </a:lnTo>
                <a:lnTo>
                  <a:pt x="863856" y="102289"/>
                </a:lnTo>
                <a:lnTo>
                  <a:pt x="871126" y="93803"/>
                </a:lnTo>
                <a:lnTo>
                  <a:pt x="882422" y="88376"/>
                </a:lnTo>
                <a:lnTo>
                  <a:pt x="897073" y="86466"/>
                </a:lnTo>
                <a:lnTo>
                  <a:pt x="948213" y="86466"/>
                </a:lnTo>
                <a:lnTo>
                  <a:pt x="941523" y="78485"/>
                </a:lnTo>
                <a:lnTo>
                  <a:pt x="922036" y="68728"/>
                </a:lnTo>
                <a:lnTo>
                  <a:pt x="897073" y="65279"/>
                </a:lnTo>
                <a:close/>
              </a:path>
              <a:path w="1288415" h="256539">
                <a:moveTo>
                  <a:pt x="977527" y="178945"/>
                </a:moveTo>
                <a:lnTo>
                  <a:pt x="961261" y="180988"/>
                </a:lnTo>
                <a:lnTo>
                  <a:pt x="944565" y="182614"/>
                </a:lnTo>
                <a:lnTo>
                  <a:pt x="927601" y="183837"/>
                </a:lnTo>
                <a:lnTo>
                  <a:pt x="910530" y="184672"/>
                </a:lnTo>
                <a:lnTo>
                  <a:pt x="978018" y="184672"/>
                </a:lnTo>
                <a:lnTo>
                  <a:pt x="977527" y="178945"/>
                </a:lnTo>
                <a:close/>
              </a:path>
              <a:path w="1288415" h="256539">
                <a:moveTo>
                  <a:pt x="948213" y="86466"/>
                </a:moveTo>
                <a:lnTo>
                  <a:pt x="897073" y="86466"/>
                </a:lnTo>
                <a:lnTo>
                  <a:pt x="911724" y="88376"/>
                </a:lnTo>
                <a:lnTo>
                  <a:pt x="923020" y="93803"/>
                </a:lnTo>
                <a:lnTo>
                  <a:pt x="930290" y="102289"/>
                </a:lnTo>
                <a:lnTo>
                  <a:pt x="932862" y="113380"/>
                </a:lnTo>
                <a:lnTo>
                  <a:pt x="930290" y="124380"/>
                </a:lnTo>
                <a:lnTo>
                  <a:pt x="923020" y="132670"/>
                </a:lnTo>
                <a:lnTo>
                  <a:pt x="911724" y="137900"/>
                </a:lnTo>
                <a:lnTo>
                  <a:pt x="897073" y="139720"/>
                </a:lnTo>
                <a:lnTo>
                  <a:pt x="948842" y="139720"/>
                </a:lnTo>
                <a:lnTo>
                  <a:pt x="955302" y="130596"/>
                </a:lnTo>
                <a:lnTo>
                  <a:pt x="958917" y="113380"/>
                </a:lnTo>
                <a:lnTo>
                  <a:pt x="954279" y="93803"/>
                </a:lnTo>
                <a:lnTo>
                  <a:pt x="954246" y="93664"/>
                </a:lnTo>
                <a:lnTo>
                  <a:pt x="948213" y="86466"/>
                </a:lnTo>
                <a:close/>
              </a:path>
              <a:path w="1288415" h="256539">
                <a:moveTo>
                  <a:pt x="973805" y="30349"/>
                </a:moveTo>
                <a:lnTo>
                  <a:pt x="820055" y="30349"/>
                </a:lnTo>
                <a:lnTo>
                  <a:pt x="820055" y="52109"/>
                </a:lnTo>
                <a:lnTo>
                  <a:pt x="973805" y="52109"/>
                </a:lnTo>
                <a:lnTo>
                  <a:pt x="973805" y="30349"/>
                </a:lnTo>
                <a:close/>
              </a:path>
              <a:path w="1288415" h="256539">
                <a:moveTo>
                  <a:pt x="910530" y="572"/>
                </a:moveTo>
                <a:lnTo>
                  <a:pt x="883330" y="572"/>
                </a:lnTo>
                <a:lnTo>
                  <a:pt x="883330" y="30349"/>
                </a:lnTo>
                <a:lnTo>
                  <a:pt x="910530" y="30349"/>
                </a:lnTo>
                <a:lnTo>
                  <a:pt x="910530" y="572"/>
                </a:lnTo>
                <a:close/>
              </a:path>
              <a:path w="1288415" h="256539">
                <a:moveTo>
                  <a:pt x="1142242" y="170070"/>
                </a:moveTo>
                <a:lnTo>
                  <a:pt x="1114756" y="170070"/>
                </a:lnTo>
                <a:lnTo>
                  <a:pt x="1114756" y="251096"/>
                </a:lnTo>
                <a:lnTo>
                  <a:pt x="1287976" y="251096"/>
                </a:lnTo>
                <a:lnTo>
                  <a:pt x="1287976" y="229050"/>
                </a:lnTo>
                <a:lnTo>
                  <a:pt x="1142242" y="229050"/>
                </a:lnTo>
                <a:lnTo>
                  <a:pt x="1142242" y="170070"/>
                </a:lnTo>
                <a:close/>
              </a:path>
              <a:path w="1288415" h="256539">
                <a:moveTo>
                  <a:pt x="1282249" y="120824"/>
                </a:moveTo>
                <a:lnTo>
                  <a:pt x="1255050" y="120824"/>
                </a:lnTo>
                <a:lnTo>
                  <a:pt x="1255050" y="187248"/>
                </a:lnTo>
                <a:lnTo>
                  <a:pt x="1282249" y="187248"/>
                </a:lnTo>
                <a:lnTo>
                  <a:pt x="1282249" y="120824"/>
                </a:lnTo>
                <a:close/>
              </a:path>
              <a:path w="1288415" h="256539">
                <a:moveTo>
                  <a:pt x="1199219" y="21759"/>
                </a:moveTo>
                <a:lnTo>
                  <a:pt x="1080112" y="21759"/>
                </a:lnTo>
                <a:lnTo>
                  <a:pt x="1080112" y="143156"/>
                </a:lnTo>
                <a:lnTo>
                  <a:pt x="1199219" y="143156"/>
                </a:lnTo>
                <a:lnTo>
                  <a:pt x="1199219" y="121683"/>
                </a:lnTo>
                <a:lnTo>
                  <a:pt x="1107026" y="121683"/>
                </a:lnTo>
                <a:lnTo>
                  <a:pt x="1107026" y="43805"/>
                </a:lnTo>
                <a:lnTo>
                  <a:pt x="1282249" y="43805"/>
                </a:lnTo>
                <a:lnTo>
                  <a:pt x="1282249" y="43519"/>
                </a:lnTo>
                <a:lnTo>
                  <a:pt x="1199219" y="43519"/>
                </a:lnTo>
                <a:lnTo>
                  <a:pt x="1199219" y="21759"/>
                </a:lnTo>
                <a:close/>
              </a:path>
              <a:path w="1288415" h="256539">
                <a:moveTo>
                  <a:pt x="1282249" y="43805"/>
                </a:moveTo>
                <a:lnTo>
                  <a:pt x="1172591" y="43805"/>
                </a:lnTo>
                <a:lnTo>
                  <a:pt x="1172591" y="121683"/>
                </a:lnTo>
                <a:lnTo>
                  <a:pt x="1199219" y="121683"/>
                </a:lnTo>
                <a:lnTo>
                  <a:pt x="1199219" y="120824"/>
                </a:lnTo>
                <a:lnTo>
                  <a:pt x="1282249" y="120824"/>
                </a:lnTo>
                <a:lnTo>
                  <a:pt x="1282249" y="98491"/>
                </a:lnTo>
                <a:lnTo>
                  <a:pt x="1199219" y="98491"/>
                </a:lnTo>
                <a:lnTo>
                  <a:pt x="1199219" y="65852"/>
                </a:lnTo>
                <a:lnTo>
                  <a:pt x="1282249" y="65852"/>
                </a:lnTo>
                <a:lnTo>
                  <a:pt x="1282249" y="43805"/>
                </a:lnTo>
                <a:close/>
              </a:path>
              <a:path w="1288415" h="256539">
                <a:moveTo>
                  <a:pt x="1282249" y="65852"/>
                </a:moveTo>
                <a:lnTo>
                  <a:pt x="1255050" y="65852"/>
                </a:lnTo>
                <a:lnTo>
                  <a:pt x="1255050" y="98491"/>
                </a:lnTo>
                <a:lnTo>
                  <a:pt x="1282249" y="98491"/>
                </a:lnTo>
                <a:lnTo>
                  <a:pt x="1282249" y="65852"/>
                </a:lnTo>
                <a:close/>
              </a:path>
              <a:path w="1288415" h="256539">
                <a:moveTo>
                  <a:pt x="1282249" y="286"/>
                </a:moveTo>
                <a:lnTo>
                  <a:pt x="1255050" y="286"/>
                </a:lnTo>
                <a:lnTo>
                  <a:pt x="1255050" y="43519"/>
                </a:lnTo>
                <a:lnTo>
                  <a:pt x="1282249" y="43519"/>
                </a:lnTo>
                <a:lnTo>
                  <a:pt x="1282249" y="286"/>
                </a:lnTo>
                <a:close/>
              </a:path>
            </a:pathLst>
          </a:custGeom>
          <a:solidFill>
            <a:srgbClr val="86868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11500" y="9867293"/>
            <a:ext cx="1389268" cy="14412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278635" y="9867293"/>
            <a:ext cx="1389268" cy="144126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4774177" y="7154807"/>
            <a:ext cx="3830954" cy="4154170"/>
            <a:chOff x="14774177" y="7154807"/>
            <a:chExt cx="3830954" cy="4154170"/>
          </a:xfrm>
        </p:grpSpPr>
        <p:sp>
          <p:nvSpPr>
            <p:cNvPr id="8" name="object 8"/>
            <p:cNvSpPr/>
            <p:nvPr/>
          </p:nvSpPr>
          <p:spPr>
            <a:xfrm>
              <a:off x="16573987" y="7154807"/>
              <a:ext cx="1104900" cy="1087120"/>
            </a:xfrm>
            <a:custGeom>
              <a:avLst/>
              <a:gdLst/>
              <a:ahLst/>
              <a:cxnLst/>
              <a:rect l="l" t="t" r="r" b="b"/>
              <a:pathLst>
                <a:path w="1104900" h="1087120">
                  <a:moveTo>
                    <a:pt x="600439" y="0"/>
                  </a:moveTo>
                  <a:lnTo>
                    <a:pt x="531038" y="6364"/>
                  </a:lnTo>
                  <a:lnTo>
                    <a:pt x="457027" y="23507"/>
                  </a:lnTo>
                  <a:lnTo>
                    <a:pt x="396765" y="46276"/>
                  </a:lnTo>
                  <a:lnTo>
                    <a:pt x="342942" y="74166"/>
                  </a:lnTo>
                  <a:lnTo>
                    <a:pt x="295408" y="105658"/>
                  </a:lnTo>
                  <a:lnTo>
                    <a:pt x="254013" y="139233"/>
                  </a:lnTo>
                  <a:lnTo>
                    <a:pt x="218607" y="173371"/>
                  </a:lnTo>
                  <a:lnTo>
                    <a:pt x="189039" y="206553"/>
                  </a:lnTo>
                  <a:lnTo>
                    <a:pt x="165161" y="237260"/>
                  </a:lnTo>
                  <a:lnTo>
                    <a:pt x="133869" y="285172"/>
                  </a:lnTo>
                  <a:lnTo>
                    <a:pt x="108838" y="331756"/>
                  </a:lnTo>
                  <a:lnTo>
                    <a:pt x="88131" y="376854"/>
                  </a:lnTo>
                  <a:lnTo>
                    <a:pt x="71153" y="421336"/>
                  </a:lnTo>
                  <a:lnTo>
                    <a:pt x="57308" y="466072"/>
                  </a:lnTo>
                  <a:lnTo>
                    <a:pt x="46001" y="511933"/>
                  </a:lnTo>
                  <a:lnTo>
                    <a:pt x="36634" y="559791"/>
                  </a:lnTo>
                  <a:lnTo>
                    <a:pt x="28614" y="610515"/>
                  </a:lnTo>
                  <a:lnTo>
                    <a:pt x="21343" y="664976"/>
                  </a:lnTo>
                  <a:lnTo>
                    <a:pt x="14226" y="724046"/>
                  </a:lnTo>
                  <a:lnTo>
                    <a:pt x="7781" y="787624"/>
                  </a:lnTo>
                  <a:lnTo>
                    <a:pt x="3461" y="847757"/>
                  </a:lnTo>
                  <a:lnTo>
                    <a:pt x="966" y="904170"/>
                  </a:lnTo>
                  <a:lnTo>
                    <a:pt x="0" y="956586"/>
                  </a:lnTo>
                  <a:lnTo>
                    <a:pt x="263" y="1004733"/>
                  </a:lnTo>
                  <a:lnTo>
                    <a:pt x="1460" y="1048335"/>
                  </a:lnTo>
                  <a:lnTo>
                    <a:pt x="3291" y="1087117"/>
                  </a:lnTo>
                  <a:lnTo>
                    <a:pt x="103145" y="1081489"/>
                  </a:lnTo>
                  <a:lnTo>
                    <a:pt x="101399" y="1044569"/>
                  </a:lnTo>
                  <a:lnTo>
                    <a:pt x="100255" y="1003052"/>
                  </a:lnTo>
                  <a:lnTo>
                    <a:pt x="99996" y="957198"/>
                  </a:lnTo>
                  <a:lnTo>
                    <a:pt x="100909" y="907271"/>
                  </a:lnTo>
                  <a:lnTo>
                    <a:pt x="103278" y="853531"/>
                  </a:lnTo>
                  <a:lnTo>
                    <a:pt x="107389" y="796240"/>
                  </a:lnTo>
                  <a:lnTo>
                    <a:pt x="113527" y="735660"/>
                  </a:lnTo>
                  <a:lnTo>
                    <a:pt x="121413" y="670654"/>
                  </a:lnTo>
                  <a:lnTo>
                    <a:pt x="129363" y="612770"/>
                  </a:lnTo>
                  <a:lnTo>
                    <a:pt x="138130" y="560577"/>
                  </a:lnTo>
                  <a:lnTo>
                    <a:pt x="148466" y="512647"/>
                  </a:lnTo>
                  <a:lnTo>
                    <a:pt x="161122" y="467551"/>
                  </a:lnTo>
                  <a:lnTo>
                    <a:pt x="176853" y="423861"/>
                  </a:lnTo>
                  <a:lnTo>
                    <a:pt x="196408" y="380147"/>
                  </a:lnTo>
                  <a:lnTo>
                    <a:pt x="220541" y="334981"/>
                  </a:lnTo>
                  <a:lnTo>
                    <a:pt x="257388" y="280969"/>
                  </a:lnTo>
                  <a:lnTo>
                    <a:pt x="287177" y="246289"/>
                  </a:lnTo>
                  <a:lnTo>
                    <a:pt x="324802" y="210067"/>
                  </a:lnTo>
                  <a:lnTo>
                    <a:pt x="370454" y="174979"/>
                  </a:lnTo>
                  <a:lnTo>
                    <a:pt x="424327" y="143707"/>
                  </a:lnTo>
                  <a:lnTo>
                    <a:pt x="486613" y="118927"/>
                  </a:lnTo>
                  <a:lnTo>
                    <a:pt x="556781" y="103574"/>
                  </a:lnTo>
                  <a:lnTo>
                    <a:pt x="621739" y="99705"/>
                  </a:lnTo>
                  <a:lnTo>
                    <a:pt x="679030" y="103776"/>
                  </a:lnTo>
                  <a:lnTo>
                    <a:pt x="726195" y="112240"/>
                  </a:lnTo>
                  <a:lnTo>
                    <a:pt x="780316" y="128167"/>
                  </a:lnTo>
                  <a:lnTo>
                    <a:pt x="819235" y="144535"/>
                  </a:lnTo>
                  <a:lnTo>
                    <a:pt x="853787" y="163263"/>
                  </a:lnTo>
                  <a:lnTo>
                    <a:pt x="910797" y="205433"/>
                  </a:lnTo>
                  <a:lnTo>
                    <a:pt x="949812" y="246015"/>
                  </a:lnTo>
                  <a:lnTo>
                    <a:pt x="978783" y="286200"/>
                  </a:lnTo>
                  <a:lnTo>
                    <a:pt x="999058" y="322544"/>
                  </a:lnTo>
                  <a:lnTo>
                    <a:pt x="1011953" y="351573"/>
                  </a:lnTo>
                  <a:lnTo>
                    <a:pt x="1104841" y="314582"/>
                  </a:lnTo>
                  <a:lnTo>
                    <a:pt x="1074862" y="252129"/>
                  </a:lnTo>
                  <a:lnTo>
                    <a:pt x="1050266" y="213142"/>
                  </a:lnTo>
                  <a:lnTo>
                    <a:pt x="1018073" y="171982"/>
                  </a:lnTo>
                  <a:lnTo>
                    <a:pt x="977388" y="130900"/>
                  </a:lnTo>
                  <a:lnTo>
                    <a:pt x="943877" y="103577"/>
                  </a:lnTo>
                  <a:lnTo>
                    <a:pt x="905721" y="77896"/>
                  </a:lnTo>
                  <a:lnTo>
                    <a:pt x="862683" y="54569"/>
                  </a:lnTo>
                  <a:lnTo>
                    <a:pt x="814523" y="34308"/>
                  </a:lnTo>
                  <a:lnTo>
                    <a:pt x="762773" y="18268"/>
                  </a:lnTo>
                  <a:lnTo>
                    <a:pt x="718128" y="8682"/>
                  </a:lnTo>
                  <a:lnTo>
                    <a:pt x="663410" y="1682"/>
                  </a:lnTo>
                  <a:lnTo>
                    <a:pt x="600439" y="0"/>
                  </a:lnTo>
                  <a:close/>
                </a:path>
              </a:pathLst>
            </a:custGeom>
            <a:solidFill>
              <a:srgbClr val="BFE75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774177" y="8192072"/>
              <a:ext cx="3830394" cy="311648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406029" y="7359856"/>
              <a:ext cx="558696" cy="55854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510738" y="7464565"/>
              <a:ext cx="349885" cy="349250"/>
            </a:xfrm>
            <a:custGeom>
              <a:avLst/>
              <a:gdLst/>
              <a:ahLst/>
              <a:cxnLst/>
              <a:rect l="l" t="t" r="r" b="b"/>
              <a:pathLst>
                <a:path w="349884" h="349250">
                  <a:moveTo>
                    <a:pt x="174638" y="0"/>
                  </a:moveTo>
                  <a:lnTo>
                    <a:pt x="128213" y="6235"/>
                  </a:lnTo>
                  <a:lnTo>
                    <a:pt x="86495" y="23833"/>
                  </a:lnTo>
                  <a:lnTo>
                    <a:pt x="51150" y="51129"/>
                  </a:lnTo>
                  <a:lnTo>
                    <a:pt x="23843" y="86458"/>
                  </a:lnTo>
                  <a:lnTo>
                    <a:pt x="6238" y="128159"/>
                  </a:lnTo>
                  <a:lnTo>
                    <a:pt x="0" y="174565"/>
                  </a:lnTo>
                  <a:lnTo>
                    <a:pt x="6238" y="220972"/>
                  </a:lnTo>
                  <a:lnTo>
                    <a:pt x="23843" y="262672"/>
                  </a:lnTo>
                  <a:lnTo>
                    <a:pt x="51150" y="298002"/>
                  </a:lnTo>
                  <a:lnTo>
                    <a:pt x="86495" y="325297"/>
                  </a:lnTo>
                  <a:lnTo>
                    <a:pt x="128213" y="342895"/>
                  </a:lnTo>
                  <a:lnTo>
                    <a:pt x="174638" y="349131"/>
                  </a:lnTo>
                  <a:lnTo>
                    <a:pt x="221064" y="342895"/>
                  </a:lnTo>
                  <a:lnTo>
                    <a:pt x="262782" y="325297"/>
                  </a:lnTo>
                  <a:lnTo>
                    <a:pt x="298127" y="298002"/>
                  </a:lnTo>
                  <a:lnTo>
                    <a:pt x="325434" y="262672"/>
                  </a:lnTo>
                  <a:lnTo>
                    <a:pt x="343039" y="220972"/>
                  </a:lnTo>
                  <a:lnTo>
                    <a:pt x="349277" y="174565"/>
                  </a:lnTo>
                  <a:lnTo>
                    <a:pt x="343039" y="128159"/>
                  </a:lnTo>
                  <a:lnTo>
                    <a:pt x="325434" y="86458"/>
                  </a:lnTo>
                  <a:lnTo>
                    <a:pt x="298127" y="51129"/>
                  </a:lnTo>
                  <a:lnTo>
                    <a:pt x="262782" y="23833"/>
                  </a:lnTo>
                  <a:lnTo>
                    <a:pt x="221064" y="6235"/>
                  </a:lnTo>
                  <a:lnTo>
                    <a:pt x="174638" y="0"/>
                  </a:lnTo>
                  <a:close/>
                </a:path>
              </a:pathLst>
            </a:custGeom>
            <a:solidFill>
              <a:srgbClr val="9AF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975318" y="9753250"/>
              <a:ext cx="1428750" cy="309880"/>
            </a:xfrm>
            <a:custGeom>
              <a:avLst/>
              <a:gdLst/>
              <a:ahLst/>
              <a:cxnLst/>
              <a:rect l="l" t="t" r="r" b="b"/>
              <a:pathLst>
                <a:path w="1428750" h="309879">
                  <a:moveTo>
                    <a:pt x="309943" y="154901"/>
                  </a:moveTo>
                  <a:lnTo>
                    <a:pt x="302044" y="105943"/>
                  </a:lnTo>
                  <a:lnTo>
                    <a:pt x="280047" y="63423"/>
                  </a:lnTo>
                  <a:lnTo>
                    <a:pt x="246494" y="29883"/>
                  </a:lnTo>
                  <a:lnTo>
                    <a:pt x="203962" y="7899"/>
                  </a:lnTo>
                  <a:lnTo>
                    <a:pt x="154978" y="0"/>
                  </a:lnTo>
                  <a:lnTo>
                    <a:pt x="105994" y="7899"/>
                  </a:lnTo>
                  <a:lnTo>
                    <a:pt x="63449" y="29883"/>
                  </a:lnTo>
                  <a:lnTo>
                    <a:pt x="29895" y="63423"/>
                  </a:lnTo>
                  <a:lnTo>
                    <a:pt x="7899" y="105943"/>
                  </a:lnTo>
                  <a:lnTo>
                    <a:pt x="0" y="154901"/>
                  </a:lnTo>
                  <a:lnTo>
                    <a:pt x="7899" y="203873"/>
                  </a:lnTo>
                  <a:lnTo>
                    <a:pt x="29895" y="246392"/>
                  </a:lnTo>
                  <a:lnTo>
                    <a:pt x="63449" y="279933"/>
                  </a:lnTo>
                  <a:lnTo>
                    <a:pt x="105994" y="301917"/>
                  </a:lnTo>
                  <a:lnTo>
                    <a:pt x="154978" y="309816"/>
                  </a:lnTo>
                  <a:lnTo>
                    <a:pt x="203962" y="301917"/>
                  </a:lnTo>
                  <a:lnTo>
                    <a:pt x="246494" y="279933"/>
                  </a:lnTo>
                  <a:lnTo>
                    <a:pt x="280047" y="246392"/>
                  </a:lnTo>
                  <a:lnTo>
                    <a:pt x="302044" y="203873"/>
                  </a:lnTo>
                  <a:lnTo>
                    <a:pt x="309943" y="154901"/>
                  </a:lnTo>
                  <a:close/>
                </a:path>
                <a:path w="1428750" h="309879">
                  <a:moveTo>
                    <a:pt x="1428419" y="154901"/>
                  </a:moveTo>
                  <a:lnTo>
                    <a:pt x="1420520" y="105943"/>
                  </a:lnTo>
                  <a:lnTo>
                    <a:pt x="1398524" y="63423"/>
                  </a:lnTo>
                  <a:lnTo>
                    <a:pt x="1364970" y="29883"/>
                  </a:lnTo>
                  <a:lnTo>
                    <a:pt x="1322438" y="7899"/>
                  </a:lnTo>
                  <a:lnTo>
                    <a:pt x="1273454" y="0"/>
                  </a:lnTo>
                  <a:lnTo>
                    <a:pt x="1224470" y="7899"/>
                  </a:lnTo>
                  <a:lnTo>
                    <a:pt x="1181925" y="29883"/>
                  </a:lnTo>
                  <a:lnTo>
                    <a:pt x="1148372" y="63423"/>
                  </a:lnTo>
                  <a:lnTo>
                    <a:pt x="1126375" y="105943"/>
                  </a:lnTo>
                  <a:lnTo>
                    <a:pt x="1118476" y="154901"/>
                  </a:lnTo>
                  <a:lnTo>
                    <a:pt x="1126375" y="203873"/>
                  </a:lnTo>
                  <a:lnTo>
                    <a:pt x="1148372" y="246392"/>
                  </a:lnTo>
                  <a:lnTo>
                    <a:pt x="1181925" y="279933"/>
                  </a:lnTo>
                  <a:lnTo>
                    <a:pt x="1224470" y="301917"/>
                  </a:lnTo>
                  <a:lnTo>
                    <a:pt x="1273454" y="309816"/>
                  </a:lnTo>
                  <a:lnTo>
                    <a:pt x="1322438" y="301917"/>
                  </a:lnTo>
                  <a:lnTo>
                    <a:pt x="1364970" y="279933"/>
                  </a:lnTo>
                  <a:lnTo>
                    <a:pt x="1398524" y="246392"/>
                  </a:lnTo>
                  <a:lnTo>
                    <a:pt x="1420520" y="203873"/>
                  </a:lnTo>
                  <a:lnTo>
                    <a:pt x="1428419" y="154901"/>
                  </a:lnTo>
                  <a:close/>
                </a:path>
              </a:pathLst>
            </a:custGeom>
            <a:solidFill>
              <a:srgbClr val="443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6467990" y="10005094"/>
              <a:ext cx="441959" cy="243204"/>
            </a:xfrm>
            <a:custGeom>
              <a:avLst/>
              <a:gdLst/>
              <a:ahLst/>
              <a:cxnLst/>
              <a:rect l="l" t="t" r="r" b="b"/>
              <a:pathLst>
                <a:path w="441959" h="243204">
                  <a:moveTo>
                    <a:pt x="211211" y="0"/>
                  </a:moveTo>
                  <a:lnTo>
                    <a:pt x="170504" y="1551"/>
                  </a:lnTo>
                  <a:lnTo>
                    <a:pt x="132515" y="4913"/>
                  </a:lnTo>
                  <a:lnTo>
                    <a:pt x="97463" y="9650"/>
                  </a:lnTo>
                  <a:lnTo>
                    <a:pt x="65567" y="15324"/>
                  </a:lnTo>
                  <a:lnTo>
                    <a:pt x="45576" y="18437"/>
                  </a:lnTo>
                  <a:lnTo>
                    <a:pt x="27865" y="27234"/>
                  </a:lnTo>
                  <a:lnTo>
                    <a:pt x="13591" y="40903"/>
                  </a:lnTo>
                  <a:lnTo>
                    <a:pt x="3910" y="58632"/>
                  </a:lnTo>
                  <a:lnTo>
                    <a:pt x="0" y="77335"/>
                  </a:lnTo>
                  <a:lnTo>
                    <a:pt x="1619" y="96569"/>
                  </a:lnTo>
                  <a:lnTo>
                    <a:pt x="23574" y="131257"/>
                  </a:lnTo>
                  <a:lnTo>
                    <a:pt x="112893" y="205214"/>
                  </a:lnTo>
                  <a:lnTo>
                    <a:pt x="153633" y="230320"/>
                  </a:lnTo>
                  <a:lnTo>
                    <a:pt x="198453" y="242872"/>
                  </a:lnTo>
                  <a:lnTo>
                    <a:pt x="244632" y="242872"/>
                  </a:lnTo>
                  <a:lnTo>
                    <a:pt x="289452" y="230320"/>
                  </a:lnTo>
                  <a:lnTo>
                    <a:pt x="330192" y="205214"/>
                  </a:lnTo>
                  <a:lnTo>
                    <a:pt x="419511" y="131257"/>
                  </a:lnTo>
                  <a:lnTo>
                    <a:pt x="441398" y="96558"/>
                  </a:lnTo>
                  <a:lnTo>
                    <a:pt x="439133" y="58549"/>
                  </a:lnTo>
                  <a:lnTo>
                    <a:pt x="377518" y="15324"/>
                  </a:lnTo>
                  <a:lnTo>
                    <a:pt x="302113" y="3914"/>
                  </a:lnTo>
                  <a:lnTo>
                    <a:pt x="258474" y="707"/>
                  </a:lnTo>
                  <a:lnTo>
                    <a:pt x="211211" y="0"/>
                  </a:lnTo>
                  <a:close/>
                </a:path>
              </a:pathLst>
            </a:custGeom>
            <a:solidFill>
              <a:srgbClr val="FF982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5539226" y="1036809"/>
            <a:ext cx="4366260" cy="9245600"/>
            <a:chOff x="5539226" y="1036809"/>
            <a:chExt cx="4366260" cy="924560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43838" y="1141357"/>
              <a:ext cx="4156879" cy="903631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539226" y="1036809"/>
              <a:ext cx="4366260" cy="9245600"/>
            </a:xfrm>
            <a:custGeom>
              <a:avLst/>
              <a:gdLst/>
              <a:ahLst/>
              <a:cxnLst/>
              <a:rect l="l" t="t" r="r" b="b"/>
              <a:pathLst>
                <a:path w="4366259" h="9245600">
                  <a:moveTo>
                    <a:pt x="495150" y="8991600"/>
                  </a:moveTo>
                  <a:lnTo>
                    <a:pt x="400076" y="9169400"/>
                  </a:lnTo>
                  <a:lnTo>
                    <a:pt x="443036" y="9194800"/>
                  </a:lnTo>
                  <a:lnTo>
                    <a:pt x="487684" y="9207500"/>
                  </a:lnTo>
                  <a:lnTo>
                    <a:pt x="534292" y="9220200"/>
                  </a:lnTo>
                  <a:lnTo>
                    <a:pt x="583135" y="9232900"/>
                  </a:lnTo>
                  <a:lnTo>
                    <a:pt x="634488" y="9232900"/>
                  </a:lnTo>
                  <a:lnTo>
                    <a:pt x="688624" y="9245600"/>
                  </a:lnTo>
                  <a:lnTo>
                    <a:pt x="1109786" y="9245600"/>
                  </a:lnTo>
                  <a:lnTo>
                    <a:pt x="1109786" y="9042400"/>
                  </a:lnTo>
                  <a:lnTo>
                    <a:pt x="744324" y="9042400"/>
                  </a:lnTo>
                  <a:lnTo>
                    <a:pt x="705677" y="9029700"/>
                  </a:lnTo>
                  <a:lnTo>
                    <a:pt x="638345" y="9029700"/>
                  </a:lnTo>
                  <a:lnTo>
                    <a:pt x="582296" y="9017000"/>
                  </a:lnTo>
                  <a:lnTo>
                    <a:pt x="535306" y="9004300"/>
                  </a:lnTo>
                  <a:lnTo>
                    <a:pt x="495150" y="8991600"/>
                  </a:lnTo>
                  <a:close/>
                </a:path>
                <a:path w="4366259" h="9245600">
                  <a:moveTo>
                    <a:pt x="3256317" y="9042400"/>
                  </a:moveTo>
                  <a:lnTo>
                    <a:pt x="1109786" y="9042400"/>
                  </a:lnTo>
                  <a:lnTo>
                    <a:pt x="1109786" y="9245600"/>
                  </a:lnTo>
                  <a:lnTo>
                    <a:pt x="3256317" y="9245600"/>
                  </a:lnTo>
                  <a:lnTo>
                    <a:pt x="3256317" y="9042400"/>
                  </a:lnTo>
                  <a:close/>
                </a:path>
                <a:path w="4366259" h="9245600">
                  <a:moveTo>
                    <a:pt x="3870953" y="8991600"/>
                  </a:moveTo>
                  <a:lnTo>
                    <a:pt x="3830797" y="9004300"/>
                  </a:lnTo>
                  <a:lnTo>
                    <a:pt x="3783807" y="9017000"/>
                  </a:lnTo>
                  <a:lnTo>
                    <a:pt x="3727758" y="9029700"/>
                  </a:lnTo>
                  <a:lnTo>
                    <a:pt x="3660426" y="9029700"/>
                  </a:lnTo>
                  <a:lnTo>
                    <a:pt x="3621778" y="9042400"/>
                  </a:lnTo>
                  <a:lnTo>
                    <a:pt x="3256317" y="9042400"/>
                  </a:lnTo>
                  <a:lnTo>
                    <a:pt x="3256317" y="9245600"/>
                  </a:lnTo>
                  <a:lnTo>
                    <a:pt x="3677479" y="9245600"/>
                  </a:lnTo>
                  <a:lnTo>
                    <a:pt x="3731615" y="9232900"/>
                  </a:lnTo>
                  <a:lnTo>
                    <a:pt x="3782968" y="9232900"/>
                  </a:lnTo>
                  <a:lnTo>
                    <a:pt x="3831811" y="9220200"/>
                  </a:lnTo>
                  <a:lnTo>
                    <a:pt x="3878419" y="9207500"/>
                  </a:lnTo>
                  <a:lnTo>
                    <a:pt x="3923066" y="9194800"/>
                  </a:lnTo>
                  <a:lnTo>
                    <a:pt x="3966027" y="9169400"/>
                  </a:lnTo>
                  <a:lnTo>
                    <a:pt x="3870953" y="8991600"/>
                  </a:lnTo>
                  <a:close/>
                </a:path>
                <a:path w="4366259" h="9245600">
                  <a:moveTo>
                    <a:pt x="266352" y="8763000"/>
                  </a:moveTo>
                  <a:lnTo>
                    <a:pt x="79760" y="8851900"/>
                  </a:lnTo>
                  <a:lnTo>
                    <a:pt x="104712" y="8902700"/>
                  </a:lnTo>
                  <a:lnTo>
                    <a:pt x="132632" y="8940800"/>
                  </a:lnTo>
                  <a:lnTo>
                    <a:pt x="163389" y="8978900"/>
                  </a:lnTo>
                  <a:lnTo>
                    <a:pt x="196849" y="9017000"/>
                  </a:lnTo>
                  <a:lnTo>
                    <a:pt x="232880" y="9055100"/>
                  </a:lnTo>
                  <a:lnTo>
                    <a:pt x="271351" y="9093200"/>
                  </a:lnTo>
                  <a:lnTo>
                    <a:pt x="312129" y="9118600"/>
                  </a:lnTo>
                  <a:lnTo>
                    <a:pt x="355081" y="9144000"/>
                  </a:lnTo>
                  <a:lnTo>
                    <a:pt x="400076" y="9169400"/>
                  </a:lnTo>
                  <a:lnTo>
                    <a:pt x="495150" y="8991600"/>
                  </a:lnTo>
                  <a:lnTo>
                    <a:pt x="454092" y="8966200"/>
                  </a:lnTo>
                  <a:lnTo>
                    <a:pt x="415490" y="8940800"/>
                  </a:lnTo>
                  <a:lnTo>
                    <a:pt x="379545" y="8902700"/>
                  </a:lnTo>
                  <a:lnTo>
                    <a:pt x="346458" y="8877300"/>
                  </a:lnTo>
                  <a:lnTo>
                    <a:pt x="316430" y="8839200"/>
                  </a:lnTo>
                  <a:lnTo>
                    <a:pt x="289661" y="8801100"/>
                  </a:lnTo>
                  <a:lnTo>
                    <a:pt x="266352" y="8763000"/>
                  </a:lnTo>
                  <a:close/>
                </a:path>
                <a:path w="4366259" h="9245600">
                  <a:moveTo>
                    <a:pt x="4099750" y="8763000"/>
                  </a:moveTo>
                  <a:lnTo>
                    <a:pt x="4076442" y="8801100"/>
                  </a:lnTo>
                  <a:lnTo>
                    <a:pt x="4049673" y="8839200"/>
                  </a:lnTo>
                  <a:lnTo>
                    <a:pt x="4019644" y="8877300"/>
                  </a:lnTo>
                  <a:lnTo>
                    <a:pt x="3986557" y="8902700"/>
                  </a:lnTo>
                  <a:lnTo>
                    <a:pt x="3950613" y="8940800"/>
                  </a:lnTo>
                  <a:lnTo>
                    <a:pt x="3912011" y="8966200"/>
                  </a:lnTo>
                  <a:lnTo>
                    <a:pt x="3870953" y="8991600"/>
                  </a:lnTo>
                  <a:lnTo>
                    <a:pt x="3966027" y="9169400"/>
                  </a:lnTo>
                  <a:lnTo>
                    <a:pt x="4011022" y="9144000"/>
                  </a:lnTo>
                  <a:lnTo>
                    <a:pt x="4053974" y="9118600"/>
                  </a:lnTo>
                  <a:lnTo>
                    <a:pt x="4094752" y="9093200"/>
                  </a:lnTo>
                  <a:lnTo>
                    <a:pt x="4133222" y="9055100"/>
                  </a:lnTo>
                  <a:lnTo>
                    <a:pt x="4169254" y="9017000"/>
                  </a:lnTo>
                  <a:lnTo>
                    <a:pt x="4202714" y="8978900"/>
                  </a:lnTo>
                  <a:lnTo>
                    <a:pt x="4233471" y="8940800"/>
                  </a:lnTo>
                  <a:lnTo>
                    <a:pt x="4261391" y="8902700"/>
                  </a:lnTo>
                  <a:lnTo>
                    <a:pt x="4286343" y="8851900"/>
                  </a:lnTo>
                  <a:lnTo>
                    <a:pt x="4099750" y="8763000"/>
                  </a:lnTo>
                  <a:close/>
                </a:path>
                <a:path w="4366259" h="9245600">
                  <a:moveTo>
                    <a:pt x="79760" y="406400"/>
                  </a:moveTo>
                  <a:lnTo>
                    <a:pt x="60198" y="444500"/>
                  </a:lnTo>
                  <a:lnTo>
                    <a:pt x="44260" y="495300"/>
                  </a:lnTo>
                  <a:lnTo>
                    <a:pt x="31548" y="546100"/>
                  </a:lnTo>
                  <a:lnTo>
                    <a:pt x="21662" y="584200"/>
                  </a:lnTo>
                  <a:lnTo>
                    <a:pt x="14206" y="635000"/>
                  </a:lnTo>
                  <a:lnTo>
                    <a:pt x="8779" y="698500"/>
                  </a:lnTo>
                  <a:lnTo>
                    <a:pt x="5816" y="736600"/>
                  </a:lnTo>
                  <a:lnTo>
                    <a:pt x="3595" y="787400"/>
                  </a:lnTo>
                  <a:lnTo>
                    <a:pt x="2011" y="825500"/>
                  </a:lnTo>
                  <a:lnTo>
                    <a:pt x="955" y="876300"/>
                  </a:lnTo>
                  <a:lnTo>
                    <a:pt x="320" y="939800"/>
                  </a:lnTo>
                  <a:lnTo>
                    <a:pt x="0" y="990600"/>
                  </a:lnTo>
                  <a:lnTo>
                    <a:pt x="0" y="8267700"/>
                  </a:lnTo>
                  <a:lnTo>
                    <a:pt x="320" y="8318500"/>
                  </a:lnTo>
                  <a:lnTo>
                    <a:pt x="828" y="8369300"/>
                  </a:lnTo>
                  <a:lnTo>
                    <a:pt x="2011" y="8432800"/>
                  </a:lnTo>
                  <a:lnTo>
                    <a:pt x="3595" y="8470900"/>
                  </a:lnTo>
                  <a:lnTo>
                    <a:pt x="5816" y="8521700"/>
                  </a:lnTo>
                  <a:lnTo>
                    <a:pt x="8779" y="8559800"/>
                  </a:lnTo>
                  <a:lnTo>
                    <a:pt x="14206" y="8623300"/>
                  </a:lnTo>
                  <a:lnTo>
                    <a:pt x="21662" y="8674100"/>
                  </a:lnTo>
                  <a:lnTo>
                    <a:pt x="31548" y="8712200"/>
                  </a:lnTo>
                  <a:lnTo>
                    <a:pt x="44260" y="8763000"/>
                  </a:lnTo>
                  <a:lnTo>
                    <a:pt x="60198" y="8813800"/>
                  </a:lnTo>
                  <a:lnTo>
                    <a:pt x="79760" y="8851900"/>
                  </a:lnTo>
                  <a:lnTo>
                    <a:pt x="173056" y="8801100"/>
                  </a:lnTo>
                  <a:lnTo>
                    <a:pt x="186384" y="8801100"/>
                  </a:lnTo>
                  <a:lnTo>
                    <a:pt x="266352" y="8763000"/>
                  </a:lnTo>
                  <a:lnTo>
                    <a:pt x="249106" y="8712200"/>
                  </a:lnTo>
                  <a:lnTo>
                    <a:pt x="235390" y="8674100"/>
                  </a:lnTo>
                  <a:lnTo>
                    <a:pt x="224941" y="8610600"/>
                  </a:lnTo>
                  <a:lnTo>
                    <a:pt x="217501" y="8547100"/>
                  </a:lnTo>
                  <a:lnTo>
                    <a:pt x="214814" y="8509000"/>
                  </a:lnTo>
                  <a:lnTo>
                    <a:pt x="212788" y="8470900"/>
                  </a:lnTo>
                  <a:lnTo>
                    <a:pt x="211330" y="8420100"/>
                  </a:lnTo>
                  <a:lnTo>
                    <a:pt x="210346" y="8369300"/>
                  </a:lnTo>
                  <a:lnTo>
                    <a:pt x="209744" y="8318500"/>
                  </a:lnTo>
                  <a:lnTo>
                    <a:pt x="209429" y="8267700"/>
                  </a:lnTo>
                  <a:lnTo>
                    <a:pt x="209429" y="990600"/>
                  </a:lnTo>
                  <a:lnTo>
                    <a:pt x="209744" y="939800"/>
                  </a:lnTo>
                  <a:lnTo>
                    <a:pt x="210346" y="889000"/>
                  </a:lnTo>
                  <a:lnTo>
                    <a:pt x="211330" y="838200"/>
                  </a:lnTo>
                  <a:lnTo>
                    <a:pt x="212788" y="787400"/>
                  </a:lnTo>
                  <a:lnTo>
                    <a:pt x="214814" y="749300"/>
                  </a:lnTo>
                  <a:lnTo>
                    <a:pt x="217501" y="711200"/>
                  </a:lnTo>
                  <a:lnTo>
                    <a:pt x="224941" y="647700"/>
                  </a:lnTo>
                  <a:lnTo>
                    <a:pt x="235390" y="584200"/>
                  </a:lnTo>
                  <a:lnTo>
                    <a:pt x="249106" y="546100"/>
                  </a:lnTo>
                  <a:lnTo>
                    <a:pt x="266352" y="495300"/>
                  </a:lnTo>
                  <a:lnTo>
                    <a:pt x="79760" y="406400"/>
                  </a:lnTo>
                  <a:close/>
                </a:path>
                <a:path w="4366259" h="9245600">
                  <a:moveTo>
                    <a:pt x="186384" y="8801100"/>
                  </a:moveTo>
                  <a:lnTo>
                    <a:pt x="173056" y="8801100"/>
                  </a:lnTo>
                  <a:lnTo>
                    <a:pt x="79760" y="8851900"/>
                  </a:lnTo>
                  <a:lnTo>
                    <a:pt x="186384" y="8801100"/>
                  </a:lnTo>
                  <a:close/>
                </a:path>
                <a:path w="4366259" h="9245600">
                  <a:moveTo>
                    <a:pt x="4099750" y="8763000"/>
                  </a:moveTo>
                  <a:lnTo>
                    <a:pt x="4286343" y="8851900"/>
                  </a:lnTo>
                  <a:lnTo>
                    <a:pt x="4193047" y="8801100"/>
                  </a:lnTo>
                  <a:lnTo>
                    <a:pt x="4099750" y="8763000"/>
                  </a:lnTo>
                  <a:close/>
                </a:path>
                <a:path w="4366259" h="9245600">
                  <a:moveTo>
                    <a:pt x="4309889" y="457200"/>
                  </a:moveTo>
                  <a:lnTo>
                    <a:pt x="4193047" y="457200"/>
                  </a:lnTo>
                  <a:lnTo>
                    <a:pt x="4099750" y="495300"/>
                  </a:lnTo>
                  <a:lnTo>
                    <a:pt x="4116996" y="546100"/>
                  </a:lnTo>
                  <a:lnTo>
                    <a:pt x="4130713" y="584200"/>
                  </a:lnTo>
                  <a:lnTo>
                    <a:pt x="4141161" y="647700"/>
                  </a:lnTo>
                  <a:lnTo>
                    <a:pt x="4148602" y="711200"/>
                  </a:lnTo>
                  <a:lnTo>
                    <a:pt x="4151289" y="749300"/>
                  </a:lnTo>
                  <a:lnTo>
                    <a:pt x="4153315" y="787400"/>
                  </a:lnTo>
                  <a:lnTo>
                    <a:pt x="4154773" y="838200"/>
                  </a:lnTo>
                  <a:lnTo>
                    <a:pt x="4155756" y="889000"/>
                  </a:lnTo>
                  <a:lnTo>
                    <a:pt x="4156359" y="939800"/>
                  </a:lnTo>
                  <a:lnTo>
                    <a:pt x="4156674" y="990600"/>
                  </a:lnTo>
                  <a:lnTo>
                    <a:pt x="4156674" y="8267700"/>
                  </a:lnTo>
                  <a:lnTo>
                    <a:pt x="4156359" y="8318500"/>
                  </a:lnTo>
                  <a:lnTo>
                    <a:pt x="4155756" y="8369300"/>
                  </a:lnTo>
                  <a:lnTo>
                    <a:pt x="4154773" y="8420100"/>
                  </a:lnTo>
                  <a:lnTo>
                    <a:pt x="4153315" y="8470900"/>
                  </a:lnTo>
                  <a:lnTo>
                    <a:pt x="4151289" y="8509000"/>
                  </a:lnTo>
                  <a:lnTo>
                    <a:pt x="4148602" y="8547100"/>
                  </a:lnTo>
                  <a:lnTo>
                    <a:pt x="4141161" y="8610600"/>
                  </a:lnTo>
                  <a:lnTo>
                    <a:pt x="4130713" y="8674100"/>
                  </a:lnTo>
                  <a:lnTo>
                    <a:pt x="4116996" y="8712200"/>
                  </a:lnTo>
                  <a:lnTo>
                    <a:pt x="4099750" y="8763000"/>
                  </a:lnTo>
                  <a:lnTo>
                    <a:pt x="4193047" y="8801100"/>
                  </a:lnTo>
                  <a:lnTo>
                    <a:pt x="4286343" y="8851900"/>
                  </a:lnTo>
                  <a:lnTo>
                    <a:pt x="4305904" y="8813800"/>
                  </a:lnTo>
                  <a:lnTo>
                    <a:pt x="4321842" y="8763000"/>
                  </a:lnTo>
                  <a:lnTo>
                    <a:pt x="4334555" y="8712200"/>
                  </a:lnTo>
                  <a:lnTo>
                    <a:pt x="4344440" y="8674100"/>
                  </a:lnTo>
                  <a:lnTo>
                    <a:pt x="4351897" y="8623300"/>
                  </a:lnTo>
                  <a:lnTo>
                    <a:pt x="4357324" y="8559800"/>
                  </a:lnTo>
                  <a:lnTo>
                    <a:pt x="4360287" y="8521700"/>
                  </a:lnTo>
                  <a:lnTo>
                    <a:pt x="4362508" y="8470900"/>
                  </a:lnTo>
                  <a:lnTo>
                    <a:pt x="4364092" y="8432800"/>
                  </a:lnTo>
                  <a:lnTo>
                    <a:pt x="4365148" y="8382000"/>
                  </a:lnTo>
                  <a:lnTo>
                    <a:pt x="4365783" y="8318500"/>
                  </a:lnTo>
                  <a:lnTo>
                    <a:pt x="4366103" y="8267700"/>
                  </a:lnTo>
                  <a:lnTo>
                    <a:pt x="4366103" y="990600"/>
                  </a:lnTo>
                  <a:lnTo>
                    <a:pt x="4365783" y="939800"/>
                  </a:lnTo>
                  <a:lnTo>
                    <a:pt x="4365275" y="889000"/>
                  </a:lnTo>
                  <a:lnTo>
                    <a:pt x="4364092" y="825500"/>
                  </a:lnTo>
                  <a:lnTo>
                    <a:pt x="4362508" y="787400"/>
                  </a:lnTo>
                  <a:lnTo>
                    <a:pt x="4360287" y="736600"/>
                  </a:lnTo>
                  <a:lnTo>
                    <a:pt x="4357324" y="698500"/>
                  </a:lnTo>
                  <a:lnTo>
                    <a:pt x="4351897" y="635000"/>
                  </a:lnTo>
                  <a:lnTo>
                    <a:pt x="4344440" y="584200"/>
                  </a:lnTo>
                  <a:lnTo>
                    <a:pt x="4334555" y="546100"/>
                  </a:lnTo>
                  <a:lnTo>
                    <a:pt x="4321842" y="495300"/>
                  </a:lnTo>
                  <a:lnTo>
                    <a:pt x="4309889" y="457200"/>
                  </a:lnTo>
                  <a:close/>
                </a:path>
                <a:path w="4366259" h="9245600">
                  <a:moveTo>
                    <a:pt x="400076" y="88900"/>
                  </a:moveTo>
                  <a:lnTo>
                    <a:pt x="355081" y="114300"/>
                  </a:lnTo>
                  <a:lnTo>
                    <a:pt x="312129" y="139700"/>
                  </a:lnTo>
                  <a:lnTo>
                    <a:pt x="271351" y="165100"/>
                  </a:lnTo>
                  <a:lnTo>
                    <a:pt x="232880" y="203200"/>
                  </a:lnTo>
                  <a:lnTo>
                    <a:pt x="196849" y="241300"/>
                  </a:lnTo>
                  <a:lnTo>
                    <a:pt x="163389" y="279400"/>
                  </a:lnTo>
                  <a:lnTo>
                    <a:pt x="132632" y="317500"/>
                  </a:lnTo>
                  <a:lnTo>
                    <a:pt x="104712" y="355600"/>
                  </a:lnTo>
                  <a:lnTo>
                    <a:pt x="79760" y="406400"/>
                  </a:lnTo>
                  <a:lnTo>
                    <a:pt x="266352" y="495300"/>
                  </a:lnTo>
                  <a:lnTo>
                    <a:pt x="289661" y="457200"/>
                  </a:lnTo>
                  <a:lnTo>
                    <a:pt x="316430" y="419100"/>
                  </a:lnTo>
                  <a:lnTo>
                    <a:pt x="346458" y="381000"/>
                  </a:lnTo>
                  <a:lnTo>
                    <a:pt x="379545" y="355600"/>
                  </a:lnTo>
                  <a:lnTo>
                    <a:pt x="415490" y="317500"/>
                  </a:lnTo>
                  <a:lnTo>
                    <a:pt x="454092" y="292100"/>
                  </a:lnTo>
                  <a:lnTo>
                    <a:pt x="495150" y="266700"/>
                  </a:lnTo>
                  <a:lnTo>
                    <a:pt x="400076" y="88900"/>
                  </a:lnTo>
                  <a:close/>
                </a:path>
                <a:path w="4366259" h="9245600">
                  <a:moveTo>
                    <a:pt x="3966027" y="88900"/>
                  </a:moveTo>
                  <a:lnTo>
                    <a:pt x="3870953" y="266700"/>
                  </a:lnTo>
                  <a:lnTo>
                    <a:pt x="3912011" y="292100"/>
                  </a:lnTo>
                  <a:lnTo>
                    <a:pt x="3950613" y="317500"/>
                  </a:lnTo>
                  <a:lnTo>
                    <a:pt x="3986557" y="355600"/>
                  </a:lnTo>
                  <a:lnTo>
                    <a:pt x="4019644" y="381000"/>
                  </a:lnTo>
                  <a:lnTo>
                    <a:pt x="4049673" y="419100"/>
                  </a:lnTo>
                  <a:lnTo>
                    <a:pt x="4076442" y="457200"/>
                  </a:lnTo>
                  <a:lnTo>
                    <a:pt x="4099750" y="495300"/>
                  </a:lnTo>
                  <a:lnTo>
                    <a:pt x="4286343" y="406400"/>
                  </a:lnTo>
                  <a:lnTo>
                    <a:pt x="4261391" y="355600"/>
                  </a:lnTo>
                  <a:lnTo>
                    <a:pt x="4233471" y="317500"/>
                  </a:lnTo>
                  <a:lnTo>
                    <a:pt x="4202714" y="279400"/>
                  </a:lnTo>
                  <a:lnTo>
                    <a:pt x="4169254" y="241300"/>
                  </a:lnTo>
                  <a:lnTo>
                    <a:pt x="4133222" y="203200"/>
                  </a:lnTo>
                  <a:lnTo>
                    <a:pt x="4094752" y="165100"/>
                  </a:lnTo>
                  <a:lnTo>
                    <a:pt x="4053974" y="139700"/>
                  </a:lnTo>
                  <a:lnTo>
                    <a:pt x="4011022" y="114300"/>
                  </a:lnTo>
                  <a:lnTo>
                    <a:pt x="3966027" y="88900"/>
                  </a:lnTo>
                  <a:close/>
                </a:path>
                <a:path w="4366259" h="9245600">
                  <a:moveTo>
                    <a:pt x="4286343" y="406400"/>
                  </a:moveTo>
                  <a:lnTo>
                    <a:pt x="4099750" y="495300"/>
                  </a:lnTo>
                  <a:lnTo>
                    <a:pt x="4193047" y="457200"/>
                  </a:lnTo>
                  <a:lnTo>
                    <a:pt x="4309889" y="457200"/>
                  </a:lnTo>
                  <a:lnTo>
                    <a:pt x="4305904" y="444500"/>
                  </a:lnTo>
                  <a:lnTo>
                    <a:pt x="4286343" y="406400"/>
                  </a:lnTo>
                  <a:close/>
                </a:path>
                <a:path w="4366259" h="9245600">
                  <a:moveTo>
                    <a:pt x="1109786" y="0"/>
                  </a:moveTo>
                  <a:lnTo>
                    <a:pt x="985960" y="0"/>
                  </a:lnTo>
                  <a:lnTo>
                    <a:pt x="928983" y="12700"/>
                  </a:lnTo>
                  <a:lnTo>
                    <a:pt x="688624" y="12700"/>
                  </a:lnTo>
                  <a:lnTo>
                    <a:pt x="634488" y="25400"/>
                  </a:lnTo>
                  <a:lnTo>
                    <a:pt x="583135" y="25400"/>
                  </a:lnTo>
                  <a:lnTo>
                    <a:pt x="534292" y="38100"/>
                  </a:lnTo>
                  <a:lnTo>
                    <a:pt x="487684" y="50800"/>
                  </a:lnTo>
                  <a:lnTo>
                    <a:pt x="443036" y="63500"/>
                  </a:lnTo>
                  <a:lnTo>
                    <a:pt x="400076" y="88900"/>
                  </a:lnTo>
                  <a:lnTo>
                    <a:pt x="495150" y="266700"/>
                  </a:lnTo>
                  <a:lnTo>
                    <a:pt x="535306" y="254000"/>
                  </a:lnTo>
                  <a:lnTo>
                    <a:pt x="582296" y="241300"/>
                  </a:lnTo>
                  <a:lnTo>
                    <a:pt x="638345" y="228600"/>
                  </a:lnTo>
                  <a:lnTo>
                    <a:pt x="705677" y="228600"/>
                  </a:lnTo>
                  <a:lnTo>
                    <a:pt x="744324" y="215900"/>
                  </a:lnTo>
                  <a:lnTo>
                    <a:pt x="1109786" y="215900"/>
                  </a:lnTo>
                  <a:lnTo>
                    <a:pt x="1109786" y="0"/>
                  </a:lnTo>
                  <a:close/>
                </a:path>
                <a:path w="4366259" h="9245600">
                  <a:moveTo>
                    <a:pt x="3380143" y="0"/>
                  </a:moveTo>
                  <a:lnTo>
                    <a:pt x="3256317" y="0"/>
                  </a:lnTo>
                  <a:lnTo>
                    <a:pt x="3256317" y="215900"/>
                  </a:lnTo>
                  <a:lnTo>
                    <a:pt x="3621778" y="215900"/>
                  </a:lnTo>
                  <a:lnTo>
                    <a:pt x="3660426" y="228600"/>
                  </a:lnTo>
                  <a:lnTo>
                    <a:pt x="3727758" y="228600"/>
                  </a:lnTo>
                  <a:lnTo>
                    <a:pt x="3783807" y="241300"/>
                  </a:lnTo>
                  <a:lnTo>
                    <a:pt x="3830797" y="254000"/>
                  </a:lnTo>
                  <a:lnTo>
                    <a:pt x="3870953" y="266700"/>
                  </a:lnTo>
                  <a:lnTo>
                    <a:pt x="3966027" y="88900"/>
                  </a:lnTo>
                  <a:lnTo>
                    <a:pt x="3923066" y="63500"/>
                  </a:lnTo>
                  <a:lnTo>
                    <a:pt x="3878419" y="50800"/>
                  </a:lnTo>
                  <a:lnTo>
                    <a:pt x="3831811" y="38100"/>
                  </a:lnTo>
                  <a:lnTo>
                    <a:pt x="3782968" y="25400"/>
                  </a:lnTo>
                  <a:lnTo>
                    <a:pt x="3731615" y="25400"/>
                  </a:lnTo>
                  <a:lnTo>
                    <a:pt x="3677479" y="12700"/>
                  </a:lnTo>
                  <a:lnTo>
                    <a:pt x="3437120" y="12700"/>
                  </a:lnTo>
                  <a:lnTo>
                    <a:pt x="3380143" y="0"/>
                  </a:lnTo>
                  <a:close/>
                </a:path>
                <a:path w="4366259" h="9245600">
                  <a:moveTo>
                    <a:pt x="3256317" y="0"/>
                  </a:moveTo>
                  <a:lnTo>
                    <a:pt x="1109786" y="0"/>
                  </a:lnTo>
                  <a:lnTo>
                    <a:pt x="1109786" y="215900"/>
                  </a:lnTo>
                  <a:lnTo>
                    <a:pt x="3256317" y="215900"/>
                  </a:lnTo>
                  <a:lnTo>
                    <a:pt x="3256317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963138" y="4460597"/>
              <a:ext cx="262255" cy="136525"/>
            </a:xfrm>
            <a:custGeom>
              <a:avLst/>
              <a:gdLst/>
              <a:ahLst/>
              <a:cxnLst/>
              <a:rect l="l" t="t" r="r" b="b"/>
              <a:pathLst>
                <a:path w="262254" h="136525">
                  <a:moveTo>
                    <a:pt x="261772" y="0"/>
                  </a:moveTo>
                  <a:lnTo>
                    <a:pt x="0" y="0"/>
                  </a:lnTo>
                  <a:lnTo>
                    <a:pt x="0" y="136121"/>
                  </a:lnTo>
                  <a:lnTo>
                    <a:pt x="261772" y="136121"/>
                  </a:lnTo>
                  <a:lnTo>
                    <a:pt x="261772" y="0"/>
                  </a:lnTo>
                  <a:close/>
                </a:path>
              </a:pathLst>
            </a:custGeom>
            <a:solidFill>
              <a:srgbClr val="E5E7E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88511" y="4471194"/>
              <a:ext cx="226924" cy="1157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66118" y="3316129"/>
            <a:ext cx="4884027" cy="112090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60098" y="5176871"/>
            <a:ext cx="4955739" cy="161578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260384" y="2720589"/>
            <a:ext cx="1288415" cy="256540"/>
          </a:xfrm>
          <a:custGeom>
            <a:avLst/>
            <a:gdLst/>
            <a:ahLst/>
            <a:cxnLst/>
            <a:rect l="l" t="t" r="r" b="b"/>
            <a:pathLst>
              <a:path w="1288415" h="256539">
                <a:moveTo>
                  <a:pt x="234776" y="202137"/>
                </a:moveTo>
                <a:lnTo>
                  <a:pt x="0" y="202137"/>
                </a:lnTo>
                <a:lnTo>
                  <a:pt x="0" y="224755"/>
                </a:lnTo>
                <a:lnTo>
                  <a:pt x="234776" y="224755"/>
                </a:lnTo>
                <a:lnTo>
                  <a:pt x="234776" y="202137"/>
                </a:lnTo>
                <a:close/>
              </a:path>
              <a:path w="1288415" h="256539">
                <a:moveTo>
                  <a:pt x="130272" y="149455"/>
                </a:moveTo>
                <a:lnTo>
                  <a:pt x="103359" y="149455"/>
                </a:lnTo>
                <a:lnTo>
                  <a:pt x="103359" y="202137"/>
                </a:lnTo>
                <a:lnTo>
                  <a:pt x="130272" y="202137"/>
                </a:lnTo>
                <a:lnTo>
                  <a:pt x="130272" y="149455"/>
                </a:lnTo>
                <a:close/>
              </a:path>
              <a:path w="1288415" h="256539">
                <a:moveTo>
                  <a:pt x="54113" y="17465"/>
                </a:moveTo>
                <a:lnTo>
                  <a:pt x="26913" y="17465"/>
                </a:lnTo>
                <a:lnTo>
                  <a:pt x="26913" y="149455"/>
                </a:lnTo>
                <a:lnTo>
                  <a:pt x="207004" y="149455"/>
                </a:lnTo>
                <a:lnTo>
                  <a:pt x="207004" y="127409"/>
                </a:lnTo>
                <a:lnTo>
                  <a:pt x="54113" y="127409"/>
                </a:lnTo>
                <a:lnTo>
                  <a:pt x="54113" y="83603"/>
                </a:lnTo>
                <a:lnTo>
                  <a:pt x="207004" y="83603"/>
                </a:lnTo>
                <a:lnTo>
                  <a:pt x="207004" y="61557"/>
                </a:lnTo>
                <a:lnTo>
                  <a:pt x="54113" y="61557"/>
                </a:lnTo>
                <a:lnTo>
                  <a:pt x="54113" y="17465"/>
                </a:lnTo>
                <a:close/>
              </a:path>
              <a:path w="1288415" h="256539">
                <a:moveTo>
                  <a:pt x="207004" y="83603"/>
                </a:moveTo>
                <a:lnTo>
                  <a:pt x="180091" y="83603"/>
                </a:lnTo>
                <a:lnTo>
                  <a:pt x="180091" y="127409"/>
                </a:lnTo>
                <a:lnTo>
                  <a:pt x="207004" y="127409"/>
                </a:lnTo>
                <a:lnTo>
                  <a:pt x="207004" y="83603"/>
                </a:lnTo>
                <a:close/>
              </a:path>
              <a:path w="1288415" h="256539">
                <a:moveTo>
                  <a:pt x="207004" y="17465"/>
                </a:moveTo>
                <a:lnTo>
                  <a:pt x="180091" y="17465"/>
                </a:lnTo>
                <a:lnTo>
                  <a:pt x="180091" y="61557"/>
                </a:lnTo>
                <a:lnTo>
                  <a:pt x="207004" y="61557"/>
                </a:lnTo>
                <a:lnTo>
                  <a:pt x="207004" y="17465"/>
                </a:lnTo>
                <a:close/>
              </a:path>
              <a:path w="1288415" h="256539">
                <a:moveTo>
                  <a:pt x="472215" y="36075"/>
                </a:moveTo>
                <a:lnTo>
                  <a:pt x="261202" y="36075"/>
                </a:lnTo>
                <a:lnTo>
                  <a:pt x="261202" y="58121"/>
                </a:lnTo>
                <a:lnTo>
                  <a:pt x="472215" y="58121"/>
                </a:lnTo>
                <a:lnTo>
                  <a:pt x="472215" y="36075"/>
                </a:lnTo>
                <a:close/>
              </a:path>
              <a:path w="1288415" h="256539">
                <a:moveTo>
                  <a:pt x="380309" y="3722"/>
                </a:moveTo>
                <a:lnTo>
                  <a:pt x="353395" y="3722"/>
                </a:lnTo>
                <a:lnTo>
                  <a:pt x="353395" y="36075"/>
                </a:lnTo>
                <a:lnTo>
                  <a:pt x="380309" y="36075"/>
                </a:lnTo>
                <a:lnTo>
                  <a:pt x="380309" y="3722"/>
                </a:lnTo>
                <a:close/>
              </a:path>
              <a:path w="1288415" h="256539">
                <a:moveTo>
                  <a:pt x="484813" y="205572"/>
                </a:moveTo>
                <a:lnTo>
                  <a:pt x="250036" y="205572"/>
                </a:lnTo>
                <a:lnTo>
                  <a:pt x="250036" y="227619"/>
                </a:lnTo>
                <a:lnTo>
                  <a:pt x="484813" y="227619"/>
                </a:lnTo>
                <a:lnTo>
                  <a:pt x="484813" y="205572"/>
                </a:lnTo>
                <a:close/>
              </a:path>
              <a:path w="1288415" h="256539">
                <a:moveTo>
                  <a:pt x="366852" y="73582"/>
                </a:moveTo>
                <a:lnTo>
                  <a:pt x="331130" y="76884"/>
                </a:lnTo>
                <a:lnTo>
                  <a:pt x="304185" y="86466"/>
                </a:lnTo>
                <a:lnTo>
                  <a:pt x="287172" y="101846"/>
                </a:lnTo>
                <a:lnTo>
                  <a:pt x="281244" y="122542"/>
                </a:lnTo>
                <a:lnTo>
                  <a:pt x="286197" y="141827"/>
                </a:lnTo>
                <a:lnTo>
                  <a:pt x="300463" y="156684"/>
                </a:lnTo>
                <a:lnTo>
                  <a:pt x="323158" y="166710"/>
                </a:lnTo>
                <a:lnTo>
                  <a:pt x="353395" y="171501"/>
                </a:lnTo>
                <a:lnTo>
                  <a:pt x="353395" y="205572"/>
                </a:lnTo>
                <a:lnTo>
                  <a:pt x="380309" y="205572"/>
                </a:lnTo>
                <a:lnTo>
                  <a:pt x="380309" y="171501"/>
                </a:lnTo>
                <a:lnTo>
                  <a:pt x="410320" y="166710"/>
                </a:lnTo>
                <a:lnTo>
                  <a:pt x="432937" y="156684"/>
                </a:lnTo>
                <a:lnTo>
                  <a:pt x="439055" y="150314"/>
                </a:lnTo>
                <a:lnTo>
                  <a:pt x="366852" y="150314"/>
                </a:lnTo>
                <a:lnTo>
                  <a:pt x="342314" y="148350"/>
                </a:lnTo>
                <a:lnTo>
                  <a:pt x="324084" y="142977"/>
                </a:lnTo>
                <a:lnTo>
                  <a:pt x="312779" y="134330"/>
                </a:lnTo>
                <a:lnTo>
                  <a:pt x="309017" y="122542"/>
                </a:lnTo>
                <a:lnTo>
                  <a:pt x="312779" y="110758"/>
                </a:lnTo>
                <a:lnTo>
                  <a:pt x="324084" y="102142"/>
                </a:lnTo>
                <a:lnTo>
                  <a:pt x="342314" y="96854"/>
                </a:lnTo>
                <a:lnTo>
                  <a:pt x="366852" y="95056"/>
                </a:lnTo>
                <a:lnTo>
                  <a:pt x="438682" y="95056"/>
                </a:lnTo>
                <a:lnTo>
                  <a:pt x="429161" y="86466"/>
                </a:lnTo>
                <a:lnTo>
                  <a:pt x="402288" y="76884"/>
                </a:lnTo>
                <a:lnTo>
                  <a:pt x="366852" y="73582"/>
                </a:lnTo>
                <a:close/>
              </a:path>
              <a:path w="1288415" h="256539">
                <a:moveTo>
                  <a:pt x="438682" y="95056"/>
                </a:moveTo>
                <a:lnTo>
                  <a:pt x="366852" y="95056"/>
                </a:lnTo>
                <a:lnTo>
                  <a:pt x="391063" y="96854"/>
                </a:lnTo>
                <a:lnTo>
                  <a:pt x="409155" y="102142"/>
                </a:lnTo>
                <a:lnTo>
                  <a:pt x="420482" y="110758"/>
                </a:lnTo>
                <a:lnTo>
                  <a:pt x="424401" y="122542"/>
                </a:lnTo>
                <a:lnTo>
                  <a:pt x="420482" y="134330"/>
                </a:lnTo>
                <a:lnTo>
                  <a:pt x="409155" y="142977"/>
                </a:lnTo>
                <a:lnTo>
                  <a:pt x="391063" y="148350"/>
                </a:lnTo>
                <a:lnTo>
                  <a:pt x="366852" y="150314"/>
                </a:lnTo>
                <a:lnTo>
                  <a:pt x="439055" y="150314"/>
                </a:lnTo>
                <a:lnTo>
                  <a:pt x="447205" y="141827"/>
                </a:lnTo>
                <a:lnTo>
                  <a:pt x="452173" y="122542"/>
                </a:lnTo>
                <a:lnTo>
                  <a:pt x="446295" y="102142"/>
                </a:lnTo>
                <a:lnTo>
                  <a:pt x="446210" y="101846"/>
                </a:lnTo>
                <a:lnTo>
                  <a:pt x="438682" y="95056"/>
                </a:lnTo>
                <a:close/>
              </a:path>
              <a:path w="1288415" h="256539">
                <a:moveTo>
                  <a:pt x="589402" y="48386"/>
                </a:moveTo>
                <a:lnTo>
                  <a:pt x="562489" y="48386"/>
                </a:lnTo>
                <a:lnTo>
                  <a:pt x="562489" y="75586"/>
                </a:lnTo>
                <a:lnTo>
                  <a:pt x="557452" y="108597"/>
                </a:lnTo>
                <a:lnTo>
                  <a:pt x="543449" y="140186"/>
                </a:lnTo>
                <a:lnTo>
                  <a:pt x="522146" y="167104"/>
                </a:lnTo>
                <a:lnTo>
                  <a:pt x="495205" y="186103"/>
                </a:lnTo>
                <a:lnTo>
                  <a:pt x="511239" y="207577"/>
                </a:lnTo>
                <a:lnTo>
                  <a:pt x="532149" y="193617"/>
                </a:lnTo>
                <a:lnTo>
                  <a:pt x="550428" y="174382"/>
                </a:lnTo>
                <a:lnTo>
                  <a:pt x="565433" y="150987"/>
                </a:lnTo>
                <a:lnTo>
                  <a:pt x="576518" y="124546"/>
                </a:lnTo>
                <a:lnTo>
                  <a:pt x="602366" y="124546"/>
                </a:lnTo>
                <a:lnTo>
                  <a:pt x="594171" y="106445"/>
                </a:lnTo>
                <a:lnTo>
                  <a:pt x="589402" y="75586"/>
                </a:lnTo>
                <a:lnTo>
                  <a:pt x="589402" y="48386"/>
                </a:lnTo>
                <a:close/>
              </a:path>
              <a:path w="1288415" h="256539">
                <a:moveTo>
                  <a:pt x="602366" y="124546"/>
                </a:moveTo>
                <a:lnTo>
                  <a:pt x="576518" y="124546"/>
                </a:lnTo>
                <a:lnTo>
                  <a:pt x="587145" y="148730"/>
                </a:lnTo>
                <a:lnTo>
                  <a:pt x="601517" y="170177"/>
                </a:lnTo>
                <a:lnTo>
                  <a:pt x="619136" y="187919"/>
                </a:lnTo>
                <a:lnTo>
                  <a:pt x="639507" y="200991"/>
                </a:lnTo>
                <a:lnTo>
                  <a:pt x="654968" y="179804"/>
                </a:lnTo>
                <a:lnTo>
                  <a:pt x="628296" y="161507"/>
                </a:lnTo>
                <a:lnTo>
                  <a:pt x="607583" y="136070"/>
                </a:lnTo>
                <a:lnTo>
                  <a:pt x="602366" y="124546"/>
                </a:lnTo>
                <a:close/>
              </a:path>
              <a:path w="1288415" h="256539">
                <a:moveTo>
                  <a:pt x="645233" y="25768"/>
                </a:moveTo>
                <a:lnTo>
                  <a:pt x="504654" y="25768"/>
                </a:lnTo>
                <a:lnTo>
                  <a:pt x="504654" y="48386"/>
                </a:lnTo>
                <a:lnTo>
                  <a:pt x="645233" y="48386"/>
                </a:lnTo>
                <a:lnTo>
                  <a:pt x="645233" y="25768"/>
                </a:lnTo>
                <a:close/>
              </a:path>
              <a:path w="1288415" h="256539">
                <a:moveTo>
                  <a:pt x="699919" y="0"/>
                </a:moveTo>
                <a:lnTo>
                  <a:pt x="672720" y="0"/>
                </a:lnTo>
                <a:lnTo>
                  <a:pt x="672720" y="256536"/>
                </a:lnTo>
                <a:lnTo>
                  <a:pt x="699919" y="256536"/>
                </a:lnTo>
                <a:lnTo>
                  <a:pt x="699919" y="124546"/>
                </a:lnTo>
                <a:lnTo>
                  <a:pt x="741148" y="124546"/>
                </a:lnTo>
                <a:lnTo>
                  <a:pt x="741148" y="101641"/>
                </a:lnTo>
                <a:lnTo>
                  <a:pt x="699919" y="101641"/>
                </a:lnTo>
                <a:lnTo>
                  <a:pt x="699919" y="0"/>
                </a:lnTo>
                <a:close/>
              </a:path>
              <a:path w="1288415" h="256539">
                <a:moveTo>
                  <a:pt x="1019329" y="0"/>
                </a:moveTo>
                <a:lnTo>
                  <a:pt x="992129" y="0"/>
                </a:lnTo>
                <a:lnTo>
                  <a:pt x="992129" y="256536"/>
                </a:lnTo>
                <a:lnTo>
                  <a:pt x="1019329" y="256536"/>
                </a:lnTo>
                <a:lnTo>
                  <a:pt x="1019329" y="130272"/>
                </a:lnTo>
                <a:lnTo>
                  <a:pt x="1057981" y="130272"/>
                </a:lnTo>
                <a:lnTo>
                  <a:pt x="1057981" y="107367"/>
                </a:lnTo>
                <a:lnTo>
                  <a:pt x="1019329" y="107367"/>
                </a:lnTo>
                <a:lnTo>
                  <a:pt x="1019329" y="0"/>
                </a:lnTo>
                <a:close/>
              </a:path>
              <a:path w="1288415" h="256539">
                <a:moveTo>
                  <a:pt x="897073" y="65279"/>
                </a:moveTo>
                <a:lnTo>
                  <a:pt x="871998" y="68728"/>
                </a:lnTo>
                <a:lnTo>
                  <a:pt x="852587" y="78485"/>
                </a:lnTo>
                <a:lnTo>
                  <a:pt x="840101" y="93664"/>
                </a:lnTo>
                <a:lnTo>
                  <a:pt x="835802" y="113380"/>
                </a:lnTo>
                <a:lnTo>
                  <a:pt x="839058" y="130596"/>
                </a:lnTo>
                <a:lnTo>
                  <a:pt x="845371" y="139720"/>
                </a:lnTo>
                <a:lnTo>
                  <a:pt x="848750" y="144498"/>
                </a:lnTo>
                <a:lnTo>
                  <a:pt x="863664" y="154327"/>
                </a:lnTo>
                <a:lnTo>
                  <a:pt x="883330" y="159762"/>
                </a:lnTo>
                <a:lnTo>
                  <a:pt x="883330" y="185817"/>
                </a:lnTo>
                <a:lnTo>
                  <a:pt x="865194" y="186313"/>
                </a:lnTo>
                <a:lnTo>
                  <a:pt x="840261" y="186676"/>
                </a:lnTo>
                <a:lnTo>
                  <a:pt x="815187" y="186676"/>
                </a:lnTo>
                <a:lnTo>
                  <a:pt x="819444" y="209093"/>
                </a:lnTo>
                <a:lnTo>
                  <a:pt x="819482" y="209294"/>
                </a:lnTo>
                <a:lnTo>
                  <a:pt x="855235" y="209093"/>
                </a:lnTo>
                <a:lnTo>
                  <a:pt x="895069" y="207899"/>
                </a:lnTo>
                <a:lnTo>
                  <a:pt x="937049" y="204825"/>
                </a:lnTo>
                <a:lnTo>
                  <a:pt x="979245" y="198987"/>
                </a:lnTo>
                <a:lnTo>
                  <a:pt x="978190" y="186676"/>
                </a:lnTo>
                <a:lnTo>
                  <a:pt x="978116" y="185817"/>
                </a:lnTo>
                <a:lnTo>
                  <a:pt x="978018" y="184672"/>
                </a:lnTo>
                <a:lnTo>
                  <a:pt x="910530" y="184672"/>
                </a:lnTo>
                <a:lnTo>
                  <a:pt x="910530" y="160049"/>
                </a:lnTo>
                <a:lnTo>
                  <a:pt x="930250" y="154508"/>
                </a:lnTo>
                <a:lnTo>
                  <a:pt x="945460" y="144498"/>
                </a:lnTo>
                <a:lnTo>
                  <a:pt x="948842" y="139720"/>
                </a:lnTo>
                <a:lnTo>
                  <a:pt x="897073" y="139720"/>
                </a:lnTo>
                <a:lnTo>
                  <a:pt x="882422" y="137900"/>
                </a:lnTo>
                <a:lnTo>
                  <a:pt x="871126" y="132670"/>
                </a:lnTo>
                <a:lnTo>
                  <a:pt x="863856" y="124380"/>
                </a:lnTo>
                <a:lnTo>
                  <a:pt x="861284" y="113380"/>
                </a:lnTo>
                <a:lnTo>
                  <a:pt x="863856" y="102289"/>
                </a:lnTo>
                <a:lnTo>
                  <a:pt x="871126" y="93803"/>
                </a:lnTo>
                <a:lnTo>
                  <a:pt x="882422" y="88376"/>
                </a:lnTo>
                <a:lnTo>
                  <a:pt x="897073" y="86466"/>
                </a:lnTo>
                <a:lnTo>
                  <a:pt x="948213" y="86466"/>
                </a:lnTo>
                <a:lnTo>
                  <a:pt x="941523" y="78485"/>
                </a:lnTo>
                <a:lnTo>
                  <a:pt x="922036" y="68728"/>
                </a:lnTo>
                <a:lnTo>
                  <a:pt x="897073" y="65279"/>
                </a:lnTo>
                <a:close/>
              </a:path>
              <a:path w="1288415" h="256539">
                <a:moveTo>
                  <a:pt x="977527" y="178945"/>
                </a:moveTo>
                <a:lnTo>
                  <a:pt x="961261" y="180988"/>
                </a:lnTo>
                <a:lnTo>
                  <a:pt x="944565" y="182614"/>
                </a:lnTo>
                <a:lnTo>
                  <a:pt x="927601" y="183837"/>
                </a:lnTo>
                <a:lnTo>
                  <a:pt x="910530" y="184672"/>
                </a:lnTo>
                <a:lnTo>
                  <a:pt x="978018" y="184672"/>
                </a:lnTo>
                <a:lnTo>
                  <a:pt x="977527" y="178945"/>
                </a:lnTo>
                <a:close/>
              </a:path>
              <a:path w="1288415" h="256539">
                <a:moveTo>
                  <a:pt x="948213" y="86466"/>
                </a:moveTo>
                <a:lnTo>
                  <a:pt x="897073" y="86466"/>
                </a:lnTo>
                <a:lnTo>
                  <a:pt x="911724" y="88376"/>
                </a:lnTo>
                <a:lnTo>
                  <a:pt x="923020" y="93803"/>
                </a:lnTo>
                <a:lnTo>
                  <a:pt x="930290" y="102289"/>
                </a:lnTo>
                <a:lnTo>
                  <a:pt x="932862" y="113380"/>
                </a:lnTo>
                <a:lnTo>
                  <a:pt x="930290" y="124380"/>
                </a:lnTo>
                <a:lnTo>
                  <a:pt x="923020" y="132670"/>
                </a:lnTo>
                <a:lnTo>
                  <a:pt x="911724" y="137900"/>
                </a:lnTo>
                <a:lnTo>
                  <a:pt x="897073" y="139720"/>
                </a:lnTo>
                <a:lnTo>
                  <a:pt x="948842" y="139720"/>
                </a:lnTo>
                <a:lnTo>
                  <a:pt x="955302" y="130596"/>
                </a:lnTo>
                <a:lnTo>
                  <a:pt x="958917" y="113380"/>
                </a:lnTo>
                <a:lnTo>
                  <a:pt x="954279" y="93803"/>
                </a:lnTo>
                <a:lnTo>
                  <a:pt x="954246" y="93664"/>
                </a:lnTo>
                <a:lnTo>
                  <a:pt x="948213" y="86466"/>
                </a:lnTo>
                <a:close/>
              </a:path>
              <a:path w="1288415" h="256539">
                <a:moveTo>
                  <a:pt x="973805" y="30349"/>
                </a:moveTo>
                <a:lnTo>
                  <a:pt x="820055" y="30349"/>
                </a:lnTo>
                <a:lnTo>
                  <a:pt x="820055" y="52109"/>
                </a:lnTo>
                <a:lnTo>
                  <a:pt x="973805" y="52109"/>
                </a:lnTo>
                <a:lnTo>
                  <a:pt x="973805" y="30349"/>
                </a:lnTo>
                <a:close/>
              </a:path>
              <a:path w="1288415" h="256539">
                <a:moveTo>
                  <a:pt x="910530" y="572"/>
                </a:moveTo>
                <a:lnTo>
                  <a:pt x="883330" y="572"/>
                </a:lnTo>
                <a:lnTo>
                  <a:pt x="883330" y="30349"/>
                </a:lnTo>
                <a:lnTo>
                  <a:pt x="910530" y="30349"/>
                </a:lnTo>
                <a:lnTo>
                  <a:pt x="910530" y="572"/>
                </a:lnTo>
                <a:close/>
              </a:path>
              <a:path w="1288415" h="256539">
                <a:moveTo>
                  <a:pt x="1142242" y="170070"/>
                </a:moveTo>
                <a:lnTo>
                  <a:pt x="1114756" y="170070"/>
                </a:lnTo>
                <a:lnTo>
                  <a:pt x="1114756" y="251096"/>
                </a:lnTo>
                <a:lnTo>
                  <a:pt x="1287976" y="251096"/>
                </a:lnTo>
                <a:lnTo>
                  <a:pt x="1287976" y="229050"/>
                </a:lnTo>
                <a:lnTo>
                  <a:pt x="1142242" y="229050"/>
                </a:lnTo>
                <a:lnTo>
                  <a:pt x="1142242" y="170070"/>
                </a:lnTo>
                <a:close/>
              </a:path>
              <a:path w="1288415" h="256539">
                <a:moveTo>
                  <a:pt x="1282249" y="120824"/>
                </a:moveTo>
                <a:lnTo>
                  <a:pt x="1255050" y="120824"/>
                </a:lnTo>
                <a:lnTo>
                  <a:pt x="1255050" y="187248"/>
                </a:lnTo>
                <a:lnTo>
                  <a:pt x="1282249" y="187248"/>
                </a:lnTo>
                <a:lnTo>
                  <a:pt x="1282249" y="120824"/>
                </a:lnTo>
                <a:close/>
              </a:path>
              <a:path w="1288415" h="256539">
                <a:moveTo>
                  <a:pt x="1199219" y="21759"/>
                </a:moveTo>
                <a:lnTo>
                  <a:pt x="1080112" y="21759"/>
                </a:lnTo>
                <a:lnTo>
                  <a:pt x="1080112" y="143156"/>
                </a:lnTo>
                <a:lnTo>
                  <a:pt x="1199219" y="143156"/>
                </a:lnTo>
                <a:lnTo>
                  <a:pt x="1199219" y="121683"/>
                </a:lnTo>
                <a:lnTo>
                  <a:pt x="1107026" y="121683"/>
                </a:lnTo>
                <a:lnTo>
                  <a:pt x="1107026" y="43805"/>
                </a:lnTo>
                <a:lnTo>
                  <a:pt x="1282249" y="43805"/>
                </a:lnTo>
                <a:lnTo>
                  <a:pt x="1282249" y="43519"/>
                </a:lnTo>
                <a:lnTo>
                  <a:pt x="1199219" y="43519"/>
                </a:lnTo>
                <a:lnTo>
                  <a:pt x="1199219" y="21759"/>
                </a:lnTo>
                <a:close/>
              </a:path>
              <a:path w="1288415" h="256539">
                <a:moveTo>
                  <a:pt x="1282249" y="43805"/>
                </a:moveTo>
                <a:lnTo>
                  <a:pt x="1172591" y="43805"/>
                </a:lnTo>
                <a:lnTo>
                  <a:pt x="1172591" y="121683"/>
                </a:lnTo>
                <a:lnTo>
                  <a:pt x="1199219" y="121683"/>
                </a:lnTo>
                <a:lnTo>
                  <a:pt x="1199219" y="120824"/>
                </a:lnTo>
                <a:lnTo>
                  <a:pt x="1282249" y="120824"/>
                </a:lnTo>
                <a:lnTo>
                  <a:pt x="1282249" y="98491"/>
                </a:lnTo>
                <a:lnTo>
                  <a:pt x="1199219" y="98491"/>
                </a:lnTo>
                <a:lnTo>
                  <a:pt x="1199219" y="65852"/>
                </a:lnTo>
                <a:lnTo>
                  <a:pt x="1282249" y="65852"/>
                </a:lnTo>
                <a:lnTo>
                  <a:pt x="1282249" y="43805"/>
                </a:lnTo>
                <a:close/>
              </a:path>
              <a:path w="1288415" h="256539">
                <a:moveTo>
                  <a:pt x="1282249" y="65852"/>
                </a:moveTo>
                <a:lnTo>
                  <a:pt x="1255050" y="65852"/>
                </a:lnTo>
                <a:lnTo>
                  <a:pt x="1255050" y="98491"/>
                </a:lnTo>
                <a:lnTo>
                  <a:pt x="1282249" y="98491"/>
                </a:lnTo>
                <a:lnTo>
                  <a:pt x="1282249" y="65852"/>
                </a:lnTo>
                <a:close/>
              </a:path>
              <a:path w="1288415" h="256539">
                <a:moveTo>
                  <a:pt x="1282249" y="286"/>
                </a:moveTo>
                <a:lnTo>
                  <a:pt x="1255050" y="286"/>
                </a:lnTo>
                <a:lnTo>
                  <a:pt x="1255050" y="43519"/>
                </a:lnTo>
                <a:lnTo>
                  <a:pt x="1282249" y="43519"/>
                </a:lnTo>
                <a:lnTo>
                  <a:pt x="1282249" y="286"/>
                </a:lnTo>
                <a:close/>
              </a:path>
            </a:pathLst>
          </a:custGeom>
          <a:solidFill>
            <a:srgbClr val="86868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7067975" y="1036809"/>
            <a:ext cx="4366260" cy="9245600"/>
            <a:chOff x="7067975" y="1036809"/>
            <a:chExt cx="4366260" cy="924560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72587" y="1141357"/>
              <a:ext cx="4156879" cy="903631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067975" y="1036809"/>
              <a:ext cx="4366260" cy="9245600"/>
            </a:xfrm>
            <a:custGeom>
              <a:avLst/>
              <a:gdLst/>
              <a:ahLst/>
              <a:cxnLst/>
              <a:rect l="l" t="t" r="r" b="b"/>
              <a:pathLst>
                <a:path w="4366259" h="9245600">
                  <a:moveTo>
                    <a:pt x="495150" y="8991600"/>
                  </a:moveTo>
                  <a:lnTo>
                    <a:pt x="400076" y="9169400"/>
                  </a:lnTo>
                  <a:lnTo>
                    <a:pt x="443036" y="9194800"/>
                  </a:lnTo>
                  <a:lnTo>
                    <a:pt x="487684" y="9207500"/>
                  </a:lnTo>
                  <a:lnTo>
                    <a:pt x="534292" y="9220200"/>
                  </a:lnTo>
                  <a:lnTo>
                    <a:pt x="583135" y="9232900"/>
                  </a:lnTo>
                  <a:lnTo>
                    <a:pt x="634488" y="9232900"/>
                  </a:lnTo>
                  <a:lnTo>
                    <a:pt x="688624" y="9245600"/>
                  </a:lnTo>
                  <a:lnTo>
                    <a:pt x="1109786" y="9245600"/>
                  </a:lnTo>
                  <a:lnTo>
                    <a:pt x="1109786" y="9042400"/>
                  </a:lnTo>
                  <a:lnTo>
                    <a:pt x="744324" y="9042400"/>
                  </a:lnTo>
                  <a:lnTo>
                    <a:pt x="705677" y="9029700"/>
                  </a:lnTo>
                  <a:lnTo>
                    <a:pt x="638345" y="9029700"/>
                  </a:lnTo>
                  <a:lnTo>
                    <a:pt x="582296" y="9017000"/>
                  </a:lnTo>
                  <a:lnTo>
                    <a:pt x="535306" y="9004300"/>
                  </a:lnTo>
                  <a:lnTo>
                    <a:pt x="495150" y="8991600"/>
                  </a:lnTo>
                  <a:close/>
                </a:path>
                <a:path w="4366259" h="9245600">
                  <a:moveTo>
                    <a:pt x="3256317" y="9042400"/>
                  </a:moveTo>
                  <a:lnTo>
                    <a:pt x="1109786" y="9042400"/>
                  </a:lnTo>
                  <a:lnTo>
                    <a:pt x="1109786" y="9245600"/>
                  </a:lnTo>
                  <a:lnTo>
                    <a:pt x="3256317" y="9245600"/>
                  </a:lnTo>
                  <a:lnTo>
                    <a:pt x="3256317" y="9042400"/>
                  </a:lnTo>
                  <a:close/>
                </a:path>
                <a:path w="4366259" h="9245600">
                  <a:moveTo>
                    <a:pt x="3870953" y="8991600"/>
                  </a:moveTo>
                  <a:lnTo>
                    <a:pt x="3830797" y="9004300"/>
                  </a:lnTo>
                  <a:lnTo>
                    <a:pt x="3783807" y="9017000"/>
                  </a:lnTo>
                  <a:lnTo>
                    <a:pt x="3727758" y="9029700"/>
                  </a:lnTo>
                  <a:lnTo>
                    <a:pt x="3660426" y="9029700"/>
                  </a:lnTo>
                  <a:lnTo>
                    <a:pt x="3621778" y="9042400"/>
                  </a:lnTo>
                  <a:lnTo>
                    <a:pt x="3256317" y="9042400"/>
                  </a:lnTo>
                  <a:lnTo>
                    <a:pt x="3256317" y="9245600"/>
                  </a:lnTo>
                  <a:lnTo>
                    <a:pt x="3677479" y="9245600"/>
                  </a:lnTo>
                  <a:lnTo>
                    <a:pt x="3731615" y="9232900"/>
                  </a:lnTo>
                  <a:lnTo>
                    <a:pt x="3782968" y="9232900"/>
                  </a:lnTo>
                  <a:lnTo>
                    <a:pt x="3831811" y="9220200"/>
                  </a:lnTo>
                  <a:lnTo>
                    <a:pt x="3878419" y="9207500"/>
                  </a:lnTo>
                  <a:lnTo>
                    <a:pt x="3923066" y="9194800"/>
                  </a:lnTo>
                  <a:lnTo>
                    <a:pt x="3966027" y="9169400"/>
                  </a:lnTo>
                  <a:lnTo>
                    <a:pt x="3870953" y="8991600"/>
                  </a:lnTo>
                  <a:close/>
                </a:path>
                <a:path w="4366259" h="9245600">
                  <a:moveTo>
                    <a:pt x="266352" y="8763000"/>
                  </a:moveTo>
                  <a:lnTo>
                    <a:pt x="79760" y="8851900"/>
                  </a:lnTo>
                  <a:lnTo>
                    <a:pt x="104712" y="8902700"/>
                  </a:lnTo>
                  <a:lnTo>
                    <a:pt x="132632" y="8940800"/>
                  </a:lnTo>
                  <a:lnTo>
                    <a:pt x="163389" y="8978900"/>
                  </a:lnTo>
                  <a:lnTo>
                    <a:pt x="196849" y="9017000"/>
                  </a:lnTo>
                  <a:lnTo>
                    <a:pt x="232880" y="9055100"/>
                  </a:lnTo>
                  <a:lnTo>
                    <a:pt x="271351" y="9093200"/>
                  </a:lnTo>
                  <a:lnTo>
                    <a:pt x="312129" y="9118600"/>
                  </a:lnTo>
                  <a:lnTo>
                    <a:pt x="355081" y="9144000"/>
                  </a:lnTo>
                  <a:lnTo>
                    <a:pt x="400076" y="9169400"/>
                  </a:lnTo>
                  <a:lnTo>
                    <a:pt x="495150" y="8991600"/>
                  </a:lnTo>
                  <a:lnTo>
                    <a:pt x="454092" y="8966200"/>
                  </a:lnTo>
                  <a:lnTo>
                    <a:pt x="415490" y="8940800"/>
                  </a:lnTo>
                  <a:lnTo>
                    <a:pt x="379545" y="8902700"/>
                  </a:lnTo>
                  <a:lnTo>
                    <a:pt x="346458" y="8877300"/>
                  </a:lnTo>
                  <a:lnTo>
                    <a:pt x="316430" y="8839200"/>
                  </a:lnTo>
                  <a:lnTo>
                    <a:pt x="289661" y="8801100"/>
                  </a:lnTo>
                  <a:lnTo>
                    <a:pt x="266352" y="8763000"/>
                  </a:lnTo>
                  <a:close/>
                </a:path>
                <a:path w="4366259" h="9245600">
                  <a:moveTo>
                    <a:pt x="4099750" y="8763000"/>
                  </a:moveTo>
                  <a:lnTo>
                    <a:pt x="4076442" y="8801100"/>
                  </a:lnTo>
                  <a:lnTo>
                    <a:pt x="4049673" y="8839200"/>
                  </a:lnTo>
                  <a:lnTo>
                    <a:pt x="4019644" y="8877300"/>
                  </a:lnTo>
                  <a:lnTo>
                    <a:pt x="3986557" y="8902700"/>
                  </a:lnTo>
                  <a:lnTo>
                    <a:pt x="3950613" y="8940800"/>
                  </a:lnTo>
                  <a:lnTo>
                    <a:pt x="3912011" y="8966200"/>
                  </a:lnTo>
                  <a:lnTo>
                    <a:pt x="3870953" y="8991600"/>
                  </a:lnTo>
                  <a:lnTo>
                    <a:pt x="3966027" y="9169400"/>
                  </a:lnTo>
                  <a:lnTo>
                    <a:pt x="4011022" y="9144000"/>
                  </a:lnTo>
                  <a:lnTo>
                    <a:pt x="4053974" y="9118600"/>
                  </a:lnTo>
                  <a:lnTo>
                    <a:pt x="4094752" y="9093200"/>
                  </a:lnTo>
                  <a:lnTo>
                    <a:pt x="4133222" y="9055100"/>
                  </a:lnTo>
                  <a:lnTo>
                    <a:pt x="4169254" y="9017000"/>
                  </a:lnTo>
                  <a:lnTo>
                    <a:pt x="4202714" y="8978900"/>
                  </a:lnTo>
                  <a:lnTo>
                    <a:pt x="4233471" y="8940800"/>
                  </a:lnTo>
                  <a:lnTo>
                    <a:pt x="4261391" y="8902700"/>
                  </a:lnTo>
                  <a:lnTo>
                    <a:pt x="4286343" y="8851900"/>
                  </a:lnTo>
                  <a:lnTo>
                    <a:pt x="4099750" y="8763000"/>
                  </a:lnTo>
                  <a:close/>
                </a:path>
                <a:path w="4366259" h="9245600">
                  <a:moveTo>
                    <a:pt x="79760" y="406400"/>
                  </a:moveTo>
                  <a:lnTo>
                    <a:pt x="60198" y="444500"/>
                  </a:lnTo>
                  <a:lnTo>
                    <a:pt x="44260" y="495300"/>
                  </a:lnTo>
                  <a:lnTo>
                    <a:pt x="31548" y="546100"/>
                  </a:lnTo>
                  <a:lnTo>
                    <a:pt x="21662" y="584200"/>
                  </a:lnTo>
                  <a:lnTo>
                    <a:pt x="14206" y="635000"/>
                  </a:lnTo>
                  <a:lnTo>
                    <a:pt x="8779" y="698500"/>
                  </a:lnTo>
                  <a:lnTo>
                    <a:pt x="5816" y="736600"/>
                  </a:lnTo>
                  <a:lnTo>
                    <a:pt x="3595" y="787400"/>
                  </a:lnTo>
                  <a:lnTo>
                    <a:pt x="2011" y="825500"/>
                  </a:lnTo>
                  <a:lnTo>
                    <a:pt x="955" y="876300"/>
                  </a:lnTo>
                  <a:lnTo>
                    <a:pt x="320" y="939800"/>
                  </a:lnTo>
                  <a:lnTo>
                    <a:pt x="0" y="990600"/>
                  </a:lnTo>
                  <a:lnTo>
                    <a:pt x="0" y="8267700"/>
                  </a:lnTo>
                  <a:lnTo>
                    <a:pt x="320" y="8318500"/>
                  </a:lnTo>
                  <a:lnTo>
                    <a:pt x="828" y="8369300"/>
                  </a:lnTo>
                  <a:lnTo>
                    <a:pt x="2011" y="8432800"/>
                  </a:lnTo>
                  <a:lnTo>
                    <a:pt x="3595" y="8470900"/>
                  </a:lnTo>
                  <a:lnTo>
                    <a:pt x="5816" y="8521700"/>
                  </a:lnTo>
                  <a:lnTo>
                    <a:pt x="8779" y="8559800"/>
                  </a:lnTo>
                  <a:lnTo>
                    <a:pt x="14206" y="8623300"/>
                  </a:lnTo>
                  <a:lnTo>
                    <a:pt x="21662" y="8674100"/>
                  </a:lnTo>
                  <a:lnTo>
                    <a:pt x="31548" y="8712200"/>
                  </a:lnTo>
                  <a:lnTo>
                    <a:pt x="44260" y="8763000"/>
                  </a:lnTo>
                  <a:lnTo>
                    <a:pt x="60198" y="8813800"/>
                  </a:lnTo>
                  <a:lnTo>
                    <a:pt x="79760" y="8851900"/>
                  </a:lnTo>
                  <a:lnTo>
                    <a:pt x="173056" y="8801100"/>
                  </a:lnTo>
                  <a:lnTo>
                    <a:pt x="186384" y="8801100"/>
                  </a:lnTo>
                  <a:lnTo>
                    <a:pt x="266352" y="8763000"/>
                  </a:lnTo>
                  <a:lnTo>
                    <a:pt x="249106" y="8712200"/>
                  </a:lnTo>
                  <a:lnTo>
                    <a:pt x="235390" y="8674100"/>
                  </a:lnTo>
                  <a:lnTo>
                    <a:pt x="224941" y="8610600"/>
                  </a:lnTo>
                  <a:lnTo>
                    <a:pt x="217501" y="8547100"/>
                  </a:lnTo>
                  <a:lnTo>
                    <a:pt x="214814" y="8509000"/>
                  </a:lnTo>
                  <a:lnTo>
                    <a:pt x="212788" y="8470900"/>
                  </a:lnTo>
                  <a:lnTo>
                    <a:pt x="211330" y="8420100"/>
                  </a:lnTo>
                  <a:lnTo>
                    <a:pt x="210346" y="8369300"/>
                  </a:lnTo>
                  <a:lnTo>
                    <a:pt x="209744" y="8318500"/>
                  </a:lnTo>
                  <a:lnTo>
                    <a:pt x="209429" y="8267700"/>
                  </a:lnTo>
                  <a:lnTo>
                    <a:pt x="209429" y="990600"/>
                  </a:lnTo>
                  <a:lnTo>
                    <a:pt x="209744" y="939800"/>
                  </a:lnTo>
                  <a:lnTo>
                    <a:pt x="210346" y="889000"/>
                  </a:lnTo>
                  <a:lnTo>
                    <a:pt x="211330" y="838200"/>
                  </a:lnTo>
                  <a:lnTo>
                    <a:pt x="212788" y="787400"/>
                  </a:lnTo>
                  <a:lnTo>
                    <a:pt x="214814" y="749300"/>
                  </a:lnTo>
                  <a:lnTo>
                    <a:pt x="217501" y="711200"/>
                  </a:lnTo>
                  <a:lnTo>
                    <a:pt x="224941" y="647700"/>
                  </a:lnTo>
                  <a:lnTo>
                    <a:pt x="235390" y="584200"/>
                  </a:lnTo>
                  <a:lnTo>
                    <a:pt x="249106" y="546100"/>
                  </a:lnTo>
                  <a:lnTo>
                    <a:pt x="266352" y="495300"/>
                  </a:lnTo>
                  <a:lnTo>
                    <a:pt x="79760" y="406400"/>
                  </a:lnTo>
                  <a:close/>
                </a:path>
                <a:path w="4366259" h="9245600">
                  <a:moveTo>
                    <a:pt x="186384" y="8801100"/>
                  </a:moveTo>
                  <a:lnTo>
                    <a:pt x="173056" y="8801100"/>
                  </a:lnTo>
                  <a:lnTo>
                    <a:pt x="79760" y="8851900"/>
                  </a:lnTo>
                  <a:lnTo>
                    <a:pt x="186384" y="8801100"/>
                  </a:lnTo>
                  <a:close/>
                </a:path>
                <a:path w="4366259" h="9245600">
                  <a:moveTo>
                    <a:pt x="4099750" y="8763000"/>
                  </a:moveTo>
                  <a:lnTo>
                    <a:pt x="4286343" y="8851900"/>
                  </a:lnTo>
                  <a:lnTo>
                    <a:pt x="4193047" y="8801100"/>
                  </a:lnTo>
                  <a:lnTo>
                    <a:pt x="4099750" y="8763000"/>
                  </a:lnTo>
                  <a:close/>
                </a:path>
                <a:path w="4366259" h="9245600">
                  <a:moveTo>
                    <a:pt x="4309889" y="457200"/>
                  </a:moveTo>
                  <a:lnTo>
                    <a:pt x="4193047" y="457200"/>
                  </a:lnTo>
                  <a:lnTo>
                    <a:pt x="4099750" y="495300"/>
                  </a:lnTo>
                  <a:lnTo>
                    <a:pt x="4116996" y="546100"/>
                  </a:lnTo>
                  <a:lnTo>
                    <a:pt x="4130713" y="584200"/>
                  </a:lnTo>
                  <a:lnTo>
                    <a:pt x="4141161" y="647700"/>
                  </a:lnTo>
                  <a:lnTo>
                    <a:pt x="4148602" y="711200"/>
                  </a:lnTo>
                  <a:lnTo>
                    <a:pt x="4151289" y="749300"/>
                  </a:lnTo>
                  <a:lnTo>
                    <a:pt x="4153315" y="787400"/>
                  </a:lnTo>
                  <a:lnTo>
                    <a:pt x="4154773" y="838200"/>
                  </a:lnTo>
                  <a:lnTo>
                    <a:pt x="4155756" y="889000"/>
                  </a:lnTo>
                  <a:lnTo>
                    <a:pt x="4156359" y="939800"/>
                  </a:lnTo>
                  <a:lnTo>
                    <a:pt x="4156674" y="990600"/>
                  </a:lnTo>
                  <a:lnTo>
                    <a:pt x="4156674" y="8267700"/>
                  </a:lnTo>
                  <a:lnTo>
                    <a:pt x="4156359" y="8318500"/>
                  </a:lnTo>
                  <a:lnTo>
                    <a:pt x="4155756" y="8369300"/>
                  </a:lnTo>
                  <a:lnTo>
                    <a:pt x="4154773" y="8420100"/>
                  </a:lnTo>
                  <a:lnTo>
                    <a:pt x="4153315" y="8470900"/>
                  </a:lnTo>
                  <a:lnTo>
                    <a:pt x="4151289" y="8509000"/>
                  </a:lnTo>
                  <a:lnTo>
                    <a:pt x="4148602" y="8547100"/>
                  </a:lnTo>
                  <a:lnTo>
                    <a:pt x="4141161" y="8610600"/>
                  </a:lnTo>
                  <a:lnTo>
                    <a:pt x="4130713" y="8674100"/>
                  </a:lnTo>
                  <a:lnTo>
                    <a:pt x="4116996" y="8712200"/>
                  </a:lnTo>
                  <a:lnTo>
                    <a:pt x="4099750" y="8763000"/>
                  </a:lnTo>
                  <a:lnTo>
                    <a:pt x="4193047" y="8801100"/>
                  </a:lnTo>
                  <a:lnTo>
                    <a:pt x="4286343" y="8851900"/>
                  </a:lnTo>
                  <a:lnTo>
                    <a:pt x="4305904" y="8813800"/>
                  </a:lnTo>
                  <a:lnTo>
                    <a:pt x="4321842" y="8763000"/>
                  </a:lnTo>
                  <a:lnTo>
                    <a:pt x="4334555" y="8712200"/>
                  </a:lnTo>
                  <a:lnTo>
                    <a:pt x="4344440" y="8674100"/>
                  </a:lnTo>
                  <a:lnTo>
                    <a:pt x="4351897" y="8623300"/>
                  </a:lnTo>
                  <a:lnTo>
                    <a:pt x="4357324" y="8559800"/>
                  </a:lnTo>
                  <a:lnTo>
                    <a:pt x="4360287" y="8521700"/>
                  </a:lnTo>
                  <a:lnTo>
                    <a:pt x="4362508" y="8470900"/>
                  </a:lnTo>
                  <a:lnTo>
                    <a:pt x="4364092" y="8432800"/>
                  </a:lnTo>
                  <a:lnTo>
                    <a:pt x="4365148" y="8382000"/>
                  </a:lnTo>
                  <a:lnTo>
                    <a:pt x="4365783" y="8318500"/>
                  </a:lnTo>
                  <a:lnTo>
                    <a:pt x="4366103" y="8267700"/>
                  </a:lnTo>
                  <a:lnTo>
                    <a:pt x="4366103" y="990600"/>
                  </a:lnTo>
                  <a:lnTo>
                    <a:pt x="4365783" y="939800"/>
                  </a:lnTo>
                  <a:lnTo>
                    <a:pt x="4365275" y="889000"/>
                  </a:lnTo>
                  <a:lnTo>
                    <a:pt x="4364092" y="825500"/>
                  </a:lnTo>
                  <a:lnTo>
                    <a:pt x="4362508" y="787400"/>
                  </a:lnTo>
                  <a:lnTo>
                    <a:pt x="4360287" y="736600"/>
                  </a:lnTo>
                  <a:lnTo>
                    <a:pt x="4357324" y="698500"/>
                  </a:lnTo>
                  <a:lnTo>
                    <a:pt x="4351897" y="635000"/>
                  </a:lnTo>
                  <a:lnTo>
                    <a:pt x="4344440" y="584200"/>
                  </a:lnTo>
                  <a:lnTo>
                    <a:pt x="4334555" y="546100"/>
                  </a:lnTo>
                  <a:lnTo>
                    <a:pt x="4321842" y="495300"/>
                  </a:lnTo>
                  <a:lnTo>
                    <a:pt x="4309889" y="457200"/>
                  </a:lnTo>
                  <a:close/>
                </a:path>
                <a:path w="4366259" h="9245600">
                  <a:moveTo>
                    <a:pt x="400076" y="88900"/>
                  </a:moveTo>
                  <a:lnTo>
                    <a:pt x="355081" y="114300"/>
                  </a:lnTo>
                  <a:lnTo>
                    <a:pt x="312129" y="139700"/>
                  </a:lnTo>
                  <a:lnTo>
                    <a:pt x="271351" y="165100"/>
                  </a:lnTo>
                  <a:lnTo>
                    <a:pt x="232880" y="203200"/>
                  </a:lnTo>
                  <a:lnTo>
                    <a:pt x="196849" y="241300"/>
                  </a:lnTo>
                  <a:lnTo>
                    <a:pt x="163389" y="279400"/>
                  </a:lnTo>
                  <a:lnTo>
                    <a:pt x="132632" y="317500"/>
                  </a:lnTo>
                  <a:lnTo>
                    <a:pt x="104712" y="355600"/>
                  </a:lnTo>
                  <a:lnTo>
                    <a:pt x="79760" y="406400"/>
                  </a:lnTo>
                  <a:lnTo>
                    <a:pt x="266352" y="495300"/>
                  </a:lnTo>
                  <a:lnTo>
                    <a:pt x="289661" y="457200"/>
                  </a:lnTo>
                  <a:lnTo>
                    <a:pt x="316430" y="419100"/>
                  </a:lnTo>
                  <a:lnTo>
                    <a:pt x="346458" y="381000"/>
                  </a:lnTo>
                  <a:lnTo>
                    <a:pt x="379545" y="355600"/>
                  </a:lnTo>
                  <a:lnTo>
                    <a:pt x="415490" y="317500"/>
                  </a:lnTo>
                  <a:lnTo>
                    <a:pt x="454092" y="292100"/>
                  </a:lnTo>
                  <a:lnTo>
                    <a:pt x="495150" y="266700"/>
                  </a:lnTo>
                  <a:lnTo>
                    <a:pt x="400076" y="88900"/>
                  </a:lnTo>
                  <a:close/>
                </a:path>
                <a:path w="4366259" h="9245600">
                  <a:moveTo>
                    <a:pt x="3966027" y="88900"/>
                  </a:moveTo>
                  <a:lnTo>
                    <a:pt x="3870953" y="266700"/>
                  </a:lnTo>
                  <a:lnTo>
                    <a:pt x="3912011" y="292100"/>
                  </a:lnTo>
                  <a:lnTo>
                    <a:pt x="3950613" y="317500"/>
                  </a:lnTo>
                  <a:lnTo>
                    <a:pt x="3986557" y="355600"/>
                  </a:lnTo>
                  <a:lnTo>
                    <a:pt x="4019644" y="381000"/>
                  </a:lnTo>
                  <a:lnTo>
                    <a:pt x="4049673" y="419100"/>
                  </a:lnTo>
                  <a:lnTo>
                    <a:pt x="4076442" y="457200"/>
                  </a:lnTo>
                  <a:lnTo>
                    <a:pt x="4099750" y="495300"/>
                  </a:lnTo>
                  <a:lnTo>
                    <a:pt x="4286343" y="406400"/>
                  </a:lnTo>
                  <a:lnTo>
                    <a:pt x="4261391" y="355600"/>
                  </a:lnTo>
                  <a:lnTo>
                    <a:pt x="4233471" y="317500"/>
                  </a:lnTo>
                  <a:lnTo>
                    <a:pt x="4202714" y="279400"/>
                  </a:lnTo>
                  <a:lnTo>
                    <a:pt x="4169254" y="241300"/>
                  </a:lnTo>
                  <a:lnTo>
                    <a:pt x="4133222" y="203200"/>
                  </a:lnTo>
                  <a:lnTo>
                    <a:pt x="4094752" y="165100"/>
                  </a:lnTo>
                  <a:lnTo>
                    <a:pt x="4053974" y="139700"/>
                  </a:lnTo>
                  <a:lnTo>
                    <a:pt x="4011022" y="114300"/>
                  </a:lnTo>
                  <a:lnTo>
                    <a:pt x="3966027" y="88900"/>
                  </a:lnTo>
                  <a:close/>
                </a:path>
                <a:path w="4366259" h="9245600">
                  <a:moveTo>
                    <a:pt x="4286343" y="406400"/>
                  </a:moveTo>
                  <a:lnTo>
                    <a:pt x="4099750" y="495300"/>
                  </a:lnTo>
                  <a:lnTo>
                    <a:pt x="4193047" y="457200"/>
                  </a:lnTo>
                  <a:lnTo>
                    <a:pt x="4309889" y="457200"/>
                  </a:lnTo>
                  <a:lnTo>
                    <a:pt x="4305904" y="444500"/>
                  </a:lnTo>
                  <a:lnTo>
                    <a:pt x="4286343" y="406400"/>
                  </a:lnTo>
                  <a:close/>
                </a:path>
                <a:path w="4366259" h="9245600">
                  <a:moveTo>
                    <a:pt x="1109786" y="0"/>
                  </a:moveTo>
                  <a:lnTo>
                    <a:pt x="985960" y="0"/>
                  </a:lnTo>
                  <a:lnTo>
                    <a:pt x="928983" y="12700"/>
                  </a:lnTo>
                  <a:lnTo>
                    <a:pt x="688624" y="12700"/>
                  </a:lnTo>
                  <a:lnTo>
                    <a:pt x="634488" y="25400"/>
                  </a:lnTo>
                  <a:lnTo>
                    <a:pt x="583135" y="25400"/>
                  </a:lnTo>
                  <a:lnTo>
                    <a:pt x="534292" y="38100"/>
                  </a:lnTo>
                  <a:lnTo>
                    <a:pt x="487684" y="50800"/>
                  </a:lnTo>
                  <a:lnTo>
                    <a:pt x="443036" y="63500"/>
                  </a:lnTo>
                  <a:lnTo>
                    <a:pt x="400076" y="88900"/>
                  </a:lnTo>
                  <a:lnTo>
                    <a:pt x="495150" y="266700"/>
                  </a:lnTo>
                  <a:lnTo>
                    <a:pt x="535306" y="254000"/>
                  </a:lnTo>
                  <a:lnTo>
                    <a:pt x="582296" y="241300"/>
                  </a:lnTo>
                  <a:lnTo>
                    <a:pt x="638345" y="228600"/>
                  </a:lnTo>
                  <a:lnTo>
                    <a:pt x="705677" y="228600"/>
                  </a:lnTo>
                  <a:lnTo>
                    <a:pt x="744324" y="215900"/>
                  </a:lnTo>
                  <a:lnTo>
                    <a:pt x="1109786" y="215900"/>
                  </a:lnTo>
                  <a:lnTo>
                    <a:pt x="1109786" y="0"/>
                  </a:lnTo>
                  <a:close/>
                </a:path>
                <a:path w="4366259" h="9245600">
                  <a:moveTo>
                    <a:pt x="3380143" y="0"/>
                  </a:moveTo>
                  <a:lnTo>
                    <a:pt x="3256317" y="0"/>
                  </a:lnTo>
                  <a:lnTo>
                    <a:pt x="3256317" y="215900"/>
                  </a:lnTo>
                  <a:lnTo>
                    <a:pt x="3621778" y="215900"/>
                  </a:lnTo>
                  <a:lnTo>
                    <a:pt x="3660426" y="228600"/>
                  </a:lnTo>
                  <a:lnTo>
                    <a:pt x="3727758" y="228600"/>
                  </a:lnTo>
                  <a:lnTo>
                    <a:pt x="3783807" y="241300"/>
                  </a:lnTo>
                  <a:lnTo>
                    <a:pt x="3830797" y="254000"/>
                  </a:lnTo>
                  <a:lnTo>
                    <a:pt x="3870953" y="266700"/>
                  </a:lnTo>
                  <a:lnTo>
                    <a:pt x="3966027" y="88900"/>
                  </a:lnTo>
                  <a:lnTo>
                    <a:pt x="3923066" y="63500"/>
                  </a:lnTo>
                  <a:lnTo>
                    <a:pt x="3878419" y="50800"/>
                  </a:lnTo>
                  <a:lnTo>
                    <a:pt x="3831811" y="38100"/>
                  </a:lnTo>
                  <a:lnTo>
                    <a:pt x="3782968" y="25400"/>
                  </a:lnTo>
                  <a:lnTo>
                    <a:pt x="3731615" y="25400"/>
                  </a:lnTo>
                  <a:lnTo>
                    <a:pt x="3677479" y="12700"/>
                  </a:lnTo>
                  <a:lnTo>
                    <a:pt x="3437120" y="12700"/>
                  </a:lnTo>
                  <a:lnTo>
                    <a:pt x="3380143" y="0"/>
                  </a:lnTo>
                  <a:close/>
                </a:path>
                <a:path w="4366259" h="9245600">
                  <a:moveTo>
                    <a:pt x="3256317" y="0"/>
                  </a:moveTo>
                  <a:lnTo>
                    <a:pt x="1109786" y="0"/>
                  </a:lnTo>
                  <a:lnTo>
                    <a:pt x="1109786" y="215900"/>
                  </a:lnTo>
                  <a:lnTo>
                    <a:pt x="3256317" y="215900"/>
                  </a:lnTo>
                  <a:lnTo>
                    <a:pt x="3256317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2429373" y="1036809"/>
            <a:ext cx="4366260" cy="9245600"/>
            <a:chOff x="2429373" y="1036809"/>
            <a:chExt cx="4366260" cy="924560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3985" y="1141357"/>
              <a:ext cx="4156879" cy="903631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429373" y="1036809"/>
              <a:ext cx="4366260" cy="9245600"/>
            </a:xfrm>
            <a:custGeom>
              <a:avLst/>
              <a:gdLst/>
              <a:ahLst/>
              <a:cxnLst/>
              <a:rect l="l" t="t" r="r" b="b"/>
              <a:pathLst>
                <a:path w="4366259" h="9245600">
                  <a:moveTo>
                    <a:pt x="495150" y="8991600"/>
                  </a:moveTo>
                  <a:lnTo>
                    <a:pt x="400076" y="9169400"/>
                  </a:lnTo>
                  <a:lnTo>
                    <a:pt x="443036" y="9194800"/>
                  </a:lnTo>
                  <a:lnTo>
                    <a:pt x="487684" y="9207500"/>
                  </a:lnTo>
                  <a:lnTo>
                    <a:pt x="534292" y="9220200"/>
                  </a:lnTo>
                  <a:lnTo>
                    <a:pt x="583135" y="9232900"/>
                  </a:lnTo>
                  <a:lnTo>
                    <a:pt x="634488" y="9232900"/>
                  </a:lnTo>
                  <a:lnTo>
                    <a:pt x="688624" y="9245600"/>
                  </a:lnTo>
                  <a:lnTo>
                    <a:pt x="1109786" y="9245600"/>
                  </a:lnTo>
                  <a:lnTo>
                    <a:pt x="1109786" y="9042400"/>
                  </a:lnTo>
                  <a:lnTo>
                    <a:pt x="744324" y="9042400"/>
                  </a:lnTo>
                  <a:lnTo>
                    <a:pt x="705677" y="9029700"/>
                  </a:lnTo>
                  <a:lnTo>
                    <a:pt x="638345" y="9029700"/>
                  </a:lnTo>
                  <a:lnTo>
                    <a:pt x="582296" y="9017000"/>
                  </a:lnTo>
                  <a:lnTo>
                    <a:pt x="535306" y="9004300"/>
                  </a:lnTo>
                  <a:lnTo>
                    <a:pt x="495150" y="8991600"/>
                  </a:lnTo>
                  <a:close/>
                </a:path>
                <a:path w="4366259" h="9245600">
                  <a:moveTo>
                    <a:pt x="3256317" y="9042400"/>
                  </a:moveTo>
                  <a:lnTo>
                    <a:pt x="1109786" y="9042400"/>
                  </a:lnTo>
                  <a:lnTo>
                    <a:pt x="1109786" y="9245600"/>
                  </a:lnTo>
                  <a:lnTo>
                    <a:pt x="3256317" y="9245600"/>
                  </a:lnTo>
                  <a:lnTo>
                    <a:pt x="3256317" y="9042400"/>
                  </a:lnTo>
                  <a:close/>
                </a:path>
                <a:path w="4366259" h="9245600">
                  <a:moveTo>
                    <a:pt x="3870953" y="8991600"/>
                  </a:moveTo>
                  <a:lnTo>
                    <a:pt x="3830797" y="9004300"/>
                  </a:lnTo>
                  <a:lnTo>
                    <a:pt x="3783807" y="9017000"/>
                  </a:lnTo>
                  <a:lnTo>
                    <a:pt x="3727758" y="9029700"/>
                  </a:lnTo>
                  <a:lnTo>
                    <a:pt x="3660426" y="9029700"/>
                  </a:lnTo>
                  <a:lnTo>
                    <a:pt x="3621778" y="9042400"/>
                  </a:lnTo>
                  <a:lnTo>
                    <a:pt x="3256317" y="9042400"/>
                  </a:lnTo>
                  <a:lnTo>
                    <a:pt x="3256317" y="9245600"/>
                  </a:lnTo>
                  <a:lnTo>
                    <a:pt x="3677479" y="9245600"/>
                  </a:lnTo>
                  <a:lnTo>
                    <a:pt x="3731615" y="9232900"/>
                  </a:lnTo>
                  <a:lnTo>
                    <a:pt x="3782968" y="9232900"/>
                  </a:lnTo>
                  <a:lnTo>
                    <a:pt x="3831811" y="9220200"/>
                  </a:lnTo>
                  <a:lnTo>
                    <a:pt x="3878419" y="9207500"/>
                  </a:lnTo>
                  <a:lnTo>
                    <a:pt x="3923066" y="9194800"/>
                  </a:lnTo>
                  <a:lnTo>
                    <a:pt x="3966027" y="9169400"/>
                  </a:lnTo>
                  <a:lnTo>
                    <a:pt x="3870953" y="8991600"/>
                  </a:lnTo>
                  <a:close/>
                </a:path>
                <a:path w="4366259" h="9245600">
                  <a:moveTo>
                    <a:pt x="266352" y="8763000"/>
                  </a:moveTo>
                  <a:lnTo>
                    <a:pt x="79760" y="8851900"/>
                  </a:lnTo>
                  <a:lnTo>
                    <a:pt x="104712" y="8902700"/>
                  </a:lnTo>
                  <a:lnTo>
                    <a:pt x="132632" y="8940800"/>
                  </a:lnTo>
                  <a:lnTo>
                    <a:pt x="163389" y="8978900"/>
                  </a:lnTo>
                  <a:lnTo>
                    <a:pt x="196849" y="9017000"/>
                  </a:lnTo>
                  <a:lnTo>
                    <a:pt x="232880" y="9055100"/>
                  </a:lnTo>
                  <a:lnTo>
                    <a:pt x="271351" y="9093200"/>
                  </a:lnTo>
                  <a:lnTo>
                    <a:pt x="312129" y="9118600"/>
                  </a:lnTo>
                  <a:lnTo>
                    <a:pt x="355081" y="9144000"/>
                  </a:lnTo>
                  <a:lnTo>
                    <a:pt x="400076" y="9169400"/>
                  </a:lnTo>
                  <a:lnTo>
                    <a:pt x="495150" y="8991600"/>
                  </a:lnTo>
                  <a:lnTo>
                    <a:pt x="454092" y="8966200"/>
                  </a:lnTo>
                  <a:lnTo>
                    <a:pt x="415490" y="8940800"/>
                  </a:lnTo>
                  <a:lnTo>
                    <a:pt x="379545" y="8902700"/>
                  </a:lnTo>
                  <a:lnTo>
                    <a:pt x="346458" y="8877300"/>
                  </a:lnTo>
                  <a:lnTo>
                    <a:pt x="316430" y="8839200"/>
                  </a:lnTo>
                  <a:lnTo>
                    <a:pt x="289661" y="8801100"/>
                  </a:lnTo>
                  <a:lnTo>
                    <a:pt x="266352" y="8763000"/>
                  </a:lnTo>
                  <a:close/>
                </a:path>
                <a:path w="4366259" h="9245600">
                  <a:moveTo>
                    <a:pt x="4099750" y="8763000"/>
                  </a:moveTo>
                  <a:lnTo>
                    <a:pt x="4076442" y="8801100"/>
                  </a:lnTo>
                  <a:lnTo>
                    <a:pt x="4049673" y="8839200"/>
                  </a:lnTo>
                  <a:lnTo>
                    <a:pt x="4019644" y="8877300"/>
                  </a:lnTo>
                  <a:lnTo>
                    <a:pt x="3986557" y="8902700"/>
                  </a:lnTo>
                  <a:lnTo>
                    <a:pt x="3950613" y="8940800"/>
                  </a:lnTo>
                  <a:lnTo>
                    <a:pt x="3912011" y="8966200"/>
                  </a:lnTo>
                  <a:lnTo>
                    <a:pt x="3870953" y="8991600"/>
                  </a:lnTo>
                  <a:lnTo>
                    <a:pt x="3966027" y="9169400"/>
                  </a:lnTo>
                  <a:lnTo>
                    <a:pt x="4011022" y="9144000"/>
                  </a:lnTo>
                  <a:lnTo>
                    <a:pt x="4053974" y="9118600"/>
                  </a:lnTo>
                  <a:lnTo>
                    <a:pt x="4094752" y="9093200"/>
                  </a:lnTo>
                  <a:lnTo>
                    <a:pt x="4133222" y="9055100"/>
                  </a:lnTo>
                  <a:lnTo>
                    <a:pt x="4169254" y="9017000"/>
                  </a:lnTo>
                  <a:lnTo>
                    <a:pt x="4202714" y="8978900"/>
                  </a:lnTo>
                  <a:lnTo>
                    <a:pt x="4233471" y="8940800"/>
                  </a:lnTo>
                  <a:lnTo>
                    <a:pt x="4261391" y="8902700"/>
                  </a:lnTo>
                  <a:lnTo>
                    <a:pt x="4286343" y="8851900"/>
                  </a:lnTo>
                  <a:lnTo>
                    <a:pt x="4099750" y="8763000"/>
                  </a:lnTo>
                  <a:close/>
                </a:path>
                <a:path w="4366259" h="9245600">
                  <a:moveTo>
                    <a:pt x="79760" y="406400"/>
                  </a:moveTo>
                  <a:lnTo>
                    <a:pt x="60198" y="444500"/>
                  </a:lnTo>
                  <a:lnTo>
                    <a:pt x="44260" y="495300"/>
                  </a:lnTo>
                  <a:lnTo>
                    <a:pt x="31548" y="546100"/>
                  </a:lnTo>
                  <a:lnTo>
                    <a:pt x="21662" y="584200"/>
                  </a:lnTo>
                  <a:lnTo>
                    <a:pt x="14206" y="635000"/>
                  </a:lnTo>
                  <a:lnTo>
                    <a:pt x="8779" y="698500"/>
                  </a:lnTo>
                  <a:lnTo>
                    <a:pt x="5816" y="736600"/>
                  </a:lnTo>
                  <a:lnTo>
                    <a:pt x="3595" y="787400"/>
                  </a:lnTo>
                  <a:lnTo>
                    <a:pt x="2011" y="825500"/>
                  </a:lnTo>
                  <a:lnTo>
                    <a:pt x="955" y="876300"/>
                  </a:lnTo>
                  <a:lnTo>
                    <a:pt x="320" y="939800"/>
                  </a:lnTo>
                  <a:lnTo>
                    <a:pt x="0" y="990600"/>
                  </a:lnTo>
                  <a:lnTo>
                    <a:pt x="0" y="8267700"/>
                  </a:lnTo>
                  <a:lnTo>
                    <a:pt x="320" y="8318500"/>
                  </a:lnTo>
                  <a:lnTo>
                    <a:pt x="828" y="8369300"/>
                  </a:lnTo>
                  <a:lnTo>
                    <a:pt x="2011" y="8432800"/>
                  </a:lnTo>
                  <a:lnTo>
                    <a:pt x="3595" y="8470900"/>
                  </a:lnTo>
                  <a:lnTo>
                    <a:pt x="5816" y="8521700"/>
                  </a:lnTo>
                  <a:lnTo>
                    <a:pt x="8779" y="8559800"/>
                  </a:lnTo>
                  <a:lnTo>
                    <a:pt x="14206" y="8623300"/>
                  </a:lnTo>
                  <a:lnTo>
                    <a:pt x="21662" y="8674100"/>
                  </a:lnTo>
                  <a:lnTo>
                    <a:pt x="31548" y="8712200"/>
                  </a:lnTo>
                  <a:lnTo>
                    <a:pt x="44260" y="8763000"/>
                  </a:lnTo>
                  <a:lnTo>
                    <a:pt x="60198" y="8813800"/>
                  </a:lnTo>
                  <a:lnTo>
                    <a:pt x="79760" y="8851900"/>
                  </a:lnTo>
                  <a:lnTo>
                    <a:pt x="173056" y="8801100"/>
                  </a:lnTo>
                  <a:lnTo>
                    <a:pt x="186384" y="8801100"/>
                  </a:lnTo>
                  <a:lnTo>
                    <a:pt x="266352" y="8763000"/>
                  </a:lnTo>
                  <a:lnTo>
                    <a:pt x="249106" y="8712200"/>
                  </a:lnTo>
                  <a:lnTo>
                    <a:pt x="235390" y="8674100"/>
                  </a:lnTo>
                  <a:lnTo>
                    <a:pt x="224941" y="8610600"/>
                  </a:lnTo>
                  <a:lnTo>
                    <a:pt x="217501" y="8547100"/>
                  </a:lnTo>
                  <a:lnTo>
                    <a:pt x="214814" y="8509000"/>
                  </a:lnTo>
                  <a:lnTo>
                    <a:pt x="212788" y="8470900"/>
                  </a:lnTo>
                  <a:lnTo>
                    <a:pt x="211330" y="8420100"/>
                  </a:lnTo>
                  <a:lnTo>
                    <a:pt x="210346" y="8369300"/>
                  </a:lnTo>
                  <a:lnTo>
                    <a:pt x="209744" y="8318500"/>
                  </a:lnTo>
                  <a:lnTo>
                    <a:pt x="209429" y="8267700"/>
                  </a:lnTo>
                  <a:lnTo>
                    <a:pt x="209429" y="990600"/>
                  </a:lnTo>
                  <a:lnTo>
                    <a:pt x="209744" y="939800"/>
                  </a:lnTo>
                  <a:lnTo>
                    <a:pt x="210346" y="889000"/>
                  </a:lnTo>
                  <a:lnTo>
                    <a:pt x="211330" y="838200"/>
                  </a:lnTo>
                  <a:lnTo>
                    <a:pt x="212788" y="787400"/>
                  </a:lnTo>
                  <a:lnTo>
                    <a:pt x="214814" y="749300"/>
                  </a:lnTo>
                  <a:lnTo>
                    <a:pt x="217501" y="711200"/>
                  </a:lnTo>
                  <a:lnTo>
                    <a:pt x="224941" y="647700"/>
                  </a:lnTo>
                  <a:lnTo>
                    <a:pt x="235390" y="584200"/>
                  </a:lnTo>
                  <a:lnTo>
                    <a:pt x="249106" y="546100"/>
                  </a:lnTo>
                  <a:lnTo>
                    <a:pt x="266352" y="495300"/>
                  </a:lnTo>
                  <a:lnTo>
                    <a:pt x="79760" y="406400"/>
                  </a:lnTo>
                  <a:close/>
                </a:path>
                <a:path w="4366259" h="9245600">
                  <a:moveTo>
                    <a:pt x="186384" y="8801100"/>
                  </a:moveTo>
                  <a:lnTo>
                    <a:pt x="173056" y="8801100"/>
                  </a:lnTo>
                  <a:lnTo>
                    <a:pt x="79760" y="8851900"/>
                  </a:lnTo>
                  <a:lnTo>
                    <a:pt x="186384" y="8801100"/>
                  </a:lnTo>
                  <a:close/>
                </a:path>
                <a:path w="4366259" h="9245600">
                  <a:moveTo>
                    <a:pt x="4099750" y="8763000"/>
                  </a:moveTo>
                  <a:lnTo>
                    <a:pt x="4286343" y="8851900"/>
                  </a:lnTo>
                  <a:lnTo>
                    <a:pt x="4193047" y="8801100"/>
                  </a:lnTo>
                  <a:lnTo>
                    <a:pt x="4099750" y="8763000"/>
                  </a:lnTo>
                  <a:close/>
                </a:path>
                <a:path w="4366259" h="9245600">
                  <a:moveTo>
                    <a:pt x="4309889" y="457200"/>
                  </a:moveTo>
                  <a:lnTo>
                    <a:pt x="4193047" y="457200"/>
                  </a:lnTo>
                  <a:lnTo>
                    <a:pt x="4099750" y="495300"/>
                  </a:lnTo>
                  <a:lnTo>
                    <a:pt x="4116996" y="546100"/>
                  </a:lnTo>
                  <a:lnTo>
                    <a:pt x="4130713" y="584200"/>
                  </a:lnTo>
                  <a:lnTo>
                    <a:pt x="4141161" y="647700"/>
                  </a:lnTo>
                  <a:lnTo>
                    <a:pt x="4148602" y="711200"/>
                  </a:lnTo>
                  <a:lnTo>
                    <a:pt x="4151289" y="749300"/>
                  </a:lnTo>
                  <a:lnTo>
                    <a:pt x="4153315" y="787400"/>
                  </a:lnTo>
                  <a:lnTo>
                    <a:pt x="4154773" y="838200"/>
                  </a:lnTo>
                  <a:lnTo>
                    <a:pt x="4155756" y="889000"/>
                  </a:lnTo>
                  <a:lnTo>
                    <a:pt x="4156359" y="939800"/>
                  </a:lnTo>
                  <a:lnTo>
                    <a:pt x="4156674" y="990600"/>
                  </a:lnTo>
                  <a:lnTo>
                    <a:pt x="4156674" y="8267700"/>
                  </a:lnTo>
                  <a:lnTo>
                    <a:pt x="4156359" y="8318500"/>
                  </a:lnTo>
                  <a:lnTo>
                    <a:pt x="4155756" y="8369300"/>
                  </a:lnTo>
                  <a:lnTo>
                    <a:pt x="4154773" y="8420100"/>
                  </a:lnTo>
                  <a:lnTo>
                    <a:pt x="4153315" y="8470900"/>
                  </a:lnTo>
                  <a:lnTo>
                    <a:pt x="4151289" y="8509000"/>
                  </a:lnTo>
                  <a:lnTo>
                    <a:pt x="4148602" y="8547100"/>
                  </a:lnTo>
                  <a:lnTo>
                    <a:pt x="4141161" y="8610600"/>
                  </a:lnTo>
                  <a:lnTo>
                    <a:pt x="4130713" y="8674100"/>
                  </a:lnTo>
                  <a:lnTo>
                    <a:pt x="4116996" y="8712200"/>
                  </a:lnTo>
                  <a:lnTo>
                    <a:pt x="4099750" y="8763000"/>
                  </a:lnTo>
                  <a:lnTo>
                    <a:pt x="4193047" y="8801100"/>
                  </a:lnTo>
                  <a:lnTo>
                    <a:pt x="4286343" y="8851900"/>
                  </a:lnTo>
                  <a:lnTo>
                    <a:pt x="4305904" y="8813800"/>
                  </a:lnTo>
                  <a:lnTo>
                    <a:pt x="4321842" y="8763000"/>
                  </a:lnTo>
                  <a:lnTo>
                    <a:pt x="4334555" y="8712200"/>
                  </a:lnTo>
                  <a:lnTo>
                    <a:pt x="4344440" y="8674100"/>
                  </a:lnTo>
                  <a:lnTo>
                    <a:pt x="4351897" y="8623300"/>
                  </a:lnTo>
                  <a:lnTo>
                    <a:pt x="4357324" y="8559800"/>
                  </a:lnTo>
                  <a:lnTo>
                    <a:pt x="4360287" y="8521700"/>
                  </a:lnTo>
                  <a:lnTo>
                    <a:pt x="4362508" y="8470900"/>
                  </a:lnTo>
                  <a:lnTo>
                    <a:pt x="4364092" y="8432800"/>
                  </a:lnTo>
                  <a:lnTo>
                    <a:pt x="4365148" y="8382000"/>
                  </a:lnTo>
                  <a:lnTo>
                    <a:pt x="4365783" y="8318500"/>
                  </a:lnTo>
                  <a:lnTo>
                    <a:pt x="4366103" y="8267700"/>
                  </a:lnTo>
                  <a:lnTo>
                    <a:pt x="4366103" y="990600"/>
                  </a:lnTo>
                  <a:lnTo>
                    <a:pt x="4365783" y="939800"/>
                  </a:lnTo>
                  <a:lnTo>
                    <a:pt x="4365275" y="889000"/>
                  </a:lnTo>
                  <a:lnTo>
                    <a:pt x="4364092" y="825500"/>
                  </a:lnTo>
                  <a:lnTo>
                    <a:pt x="4362508" y="787400"/>
                  </a:lnTo>
                  <a:lnTo>
                    <a:pt x="4360287" y="736600"/>
                  </a:lnTo>
                  <a:lnTo>
                    <a:pt x="4357324" y="698500"/>
                  </a:lnTo>
                  <a:lnTo>
                    <a:pt x="4351897" y="635000"/>
                  </a:lnTo>
                  <a:lnTo>
                    <a:pt x="4344440" y="584200"/>
                  </a:lnTo>
                  <a:lnTo>
                    <a:pt x="4334555" y="546100"/>
                  </a:lnTo>
                  <a:lnTo>
                    <a:pt x="4321842" y="495300"/>
                  </a:lnTo>
                  <a:lnTo>
                    <a:pt x="4309889" y="457200"/>
                  </a:lnTo>
                  <a:close/>
                </a:path>
                <a:path w="4366259" h="9245600">
                  <a:moveTo>
                    <a:pt x="400076" y="88900"/>
                  </a:moveTo>
                  <a:lnTo>
                    <a:pt x="355081" y="114300"/>
                  </a:lnTo>
                  <a:lnTo>
                    <a:pt x="312129" y="139700"/>
                  </a:lnTo>
                  <a:lnTo>
                    <a:pt x="271351" y="165100"/>
                  </a:lnTo>
                  <a:lnTo>
                    <a:pt x="232880" y="203200"/>
                  </a:lnTo>
                  <a:lnTo>
                    <a:pt x="196849" y="241300"/>
                  </a:lnTo>
                  <a:lnTo>
                    <a:pt x="163389" y="279400"/>
                  </a:lnTo>
                  <a:lnTo>
                    <a:pt x="132632" y="317500"/>
                  </a:lnTo>
                  <a:lnTo>
                    <a:pt x="104712" y="355600"/>
                  </a:lnTo>
                  <a:lnTo>
                    <a:pt x="79760" y="406400"/>
                  </a:lnTo>
                  <a:lnTo>
                    <a:pt x="266352" y="495300"/>
                  </a:lnTo>
                  <a:lnTo>
                    <a:pt x="289661" y="457200"/>
                  </a:lnTo>
                  <a:lnTo>
                    <a:pt x="316430" y="419100"/>
                  </a:lnTo>
                  <a:lnTo>
                    <a:pt x="346458" y="381000"/>
                  </a:lnTo>
                  <a:lnTo>
                    <a:pt x="379545" y="355600"/>
                  </a:lnTo>
                  <a:lnTo>
                    <a:pt x="415490" y="317500"/>
                  </a:lnTo>
                  <a:lnTo>
                    <a:pt x="454092" y="292100"/>
                  </a:lnTo>
                  <a:lnTo>
                    <a:pt x="495150" y="266700"/>
                  </a:lnTo>
                  <a:lnTo>
                    <a:pt x="400076" y="88900"/>
                  </a:lnTo>
                  <a:close/>
                </a:path>
                <a:path w="4366259" h="9245600">
                  <a:moveTo>
                    <a:pt x="3966027" y="88900"/>
                  </a:moveTo>
                  <a:lnTo>
                    <a:pt x="3870953" y="266700"/>
                  </a:lnTo>
                  <a:lnTo>
                    <a:pt x="3912011" y="292100"/>
                  </a:lnTo>
                  <a:lnTo>
                    <a:pt x="3950613" y="317500"/>
                  </a:lnTo>
                  <a:lnTo>
                    <a:pt x="3986557" y="355600"/>
                  </a:lnTo>
                  <a:lnTo>
                    <a:pt x="4019644" y="381000"/>
                  </a:lnTo>
                  <a:lnTo>
                    <a:pt x="4049673" y="419100"/>
                  </a:lnTo>
                  <a:lnTo>
                    <a:pt x="4076442" y="457200"/>
                  </a:lnTo>
                  <a:lnTo>
                    <a:pt x="4099750" y="495300"/>
                  </a:lnTo>
                  <a:lnTo>
                    <a:pt x="4286343" y="406400"/>
                  </a:lnTo>
                  <a:lnTo>
                    <a:pt x="4261391" y="355600"/>
                  </a:lnTo>
                  <a:lnTo>
                    <a:pt x="4233471" y="317500"/>
                  </a:lnTo>
                  <a:lnTo>
                    <a:pt x="4202714" y="279400"/>
                  </a:lnTo>
                  <a:lnTo>
                    <a:pt x="4169254" y="241300"/>
                  </a:lnTo>
                  <a:lnTo>
                    <a:pt x="4133222" y="203200"/>
                  </a:lnTo>
                  <a:lnTo>
                    <a:pt x="4094752" y="165100"/>
                  </a:lnTo>
                  <a:lnTo>
                    <a:pt x="4053974" y="139700"/>
                  </a:lnTo>
                  <a:lnTo>
                    <a:pt x="4011022" y="114300"/>
                  </a:lnTo>
                  <a:lnTo>
                    <a:pt x="3966027" y="88900"/>
                  </a:lnTo>
                  <a:close/>
                </a:path>
                <a:path w="4366259" h="9245600">
                  <a:moveTo>
                    <a:pt x="4286343" y="406400"/>
                  </a:moveTo>
                  <a:lnTo>
                    <a:pt x="4099750" y="495300"/>
                  </a:lnTo>
                  <a:lnTo>
                    <a:pt x="4193047" y="457200"/>
                  </a:lnTo>
                  <a:lnTo>
                    <a:pt x="4309889" y="457200"/>
                  </a:lnTo>
                  <a:lnTo>
                    <a:pt x="4305904" y="444500"/>
                  </a:lnTo>
                  <a:lnTo>
                    <a:pt x="4286343" y="406400"/>
                  </a:lnTo>
                  <a:close/>
                </a:path>
                <a:path w="4366259" h="9245600">
                  <a:moveTo>
                    <a:pt x="1109786" y="0"/>
                  </a:moveTo>
                  <a:lnTo>
                    <a:pt x="985960" y="0"/>
                  </a:lnTo>
                  <a:lnTo>
                    <a:pt x="928983" y="12700"/>
                  </a:lnTo>
                  <a:lnTo>
                    <a:pt x="688624" y="12700"/>
                  </a:lnTo>
                  <a:lnTo>
                    <a:pt x="634488" y="25400"/>
                  </a:lnTo>
                  <a:lnTo>
                    <a:pt x="583135" y="25400"/>
                  </a:lnTo>
                  <a:lnTo>
                    <a:pt x="534292" y="38100"/>
                  </a:lnTo>
                  <a:lnTo>
                    <a:pt x="487684" y="50800"/>
                  </a:lnTo>
                  <a:lnTo>
                    <a:pt x="443036" y="63500"/>
                  </a:lnTo>
                  <a:lnTo>
                    <a:pt x="400076" y="88900"/>
                  </a:lnTo>
                  <a:lnTo>
                    <a:pt x="495150" y="266700"/>
                  </a:lnTo>
                  <a:lnTo>
                    <a:pt x="535306" y="254000"/>
                  </a:lnTo>
                  <a:lnTo>
                    <a:pt x="582296" y="241300"/>
                  </a:lnTo>
                  <a:lnTo>
                    <a:pt x="638345" y="228600"/>
                  </a:lnTo>
                  <a:lnTo>
                    <a:pt x="705677" y="228600"/>
                  </a:lnTo>
                  <a:lnTo>
                    <a:pt x="744324" y="215900"/>
                  </a:lnTo>
                  <a:lnTo>
                    <a:pt x="1109786" y="215900"/>
                  </a:lnTo>
                  <a:lnTo>
                    <a:pt x="1109786" y="0"/>
                  </a:lnTo>
                  <a:close/>
                </a:path>
                <a:path w="4366259" h="9245600">
                  <a:moveTo>
                    <a:pt x="3380143" y="0"/>
                  </a:moveTo>
                  <a:lnTo>
                    <a:pt x="3256317" y="0"/>
                  </a:lnTo>
                  <a:lnTo>
                    <a:pt x="3256317" y="215900"/>
                  </a:lnTo>
                  <a:lnTo>
                    <a:pt x="3621778" y="215900"/>
                  </a:lnTo>
                  <a:lnTo>
                    <a:pt x="3660426" y="228600"/>
                  </a:lnTo>
                  <a:lnTo>
                    <a:pt x="3727758" y="228600"/>
                  </a:lnTo>
                  <a:lnTo>
                    <a:pt x="3783807" y="241300"/>
                  </a:lnTo>
                  <a:lnTo>
                    <a:pt x="3830797" y="254000"/>
                  </a:lnTo>
                  <a:lnTo>
                    <a:pt x="3870953" y="266700"/>
                  </a:lnTo>
                  <a:lnTo>
                    <a:pt x="3966027" y="88900"/>
                  </a:lnTo>
                  <a:lnTo>
                    <a:pt x="3923066" y="63500"/>
                  </a:lnTo>
                  <a:lnTo>
                    <a:pt x="3878419" y="50800"/>
                  </a:lnTo>
                  <a:lnTo>
                    <a:pt x="3831811" y="38100"/>
                  </a:lnTo>
                  <a:lnTo>
                    <a:pt x="3782968" y="25400"/>
                  </a:lnTo>
                  <a:lnTo>
                    <a:pt x="3731615" y="25400"/>
                  </a:lnTo>
                  <a:lnTo>
                    <a:pt x="3677479" y="12700"/>
                  </a:lnTo>
                  <a:lnTo>
                    <a:pt x="3437120" y="12700"/>
                  </a:lnTo>
                  <a:lnTo>
                    <a:pt x="3380143" y="0"/>
                  </a:lnTo>
                  <a:close/>
                </a:path>
                <a:path w="4366259" h="9245600">
                  <a:moveTo>
                    <a:pt x="3256317" y="0"/>
                  </a:moveTo>
                  <a:lnTo>
                    <a:pt x="1109786" y="0"/>
                  </a:lnTo>
                  <a:lnTo>
                    <a:pt x="1109786" y="215900"/>
                  </a:lnTo>
                  <a:lnTo>
                    <a:pt x="3256317" y="215900"/>
                  </a:lnTo>
                  <a:lnTo>
                    <a:pt x="3256317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58173" y="3336592"/>
              <a:ext cx="3505343" cy="406973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870709" y="7326102"/>
              <a:ext cx="3489960" cy="717550"/>
            </a:xfrm>
            <a:custGeom>
              <a:avLst/>
              <a:gdLst/>
              <a:ahLst/>
              <a:cxnLst/>
              <a:rect l="l" t="t" r="r" b="b"/>
              <a:pathLst>
                <a:path w="3489960" h="717550">
                  <a:moveTo>
                    <a:pt x="3489759" y="0"/>
                  </a:moveTo>
                  <a:lnTo>
                    <a:pt x="0" y="0"/>
                  </a:lnTo>
                  <a:lnTo>
                    <a:pt x="0" y="528736"/>
                  </a:lnTo>
                  <a:lnTo>
                    <a:pt x="6732" y="578840"/>
                  </a:lnTo>
                  <a:lnTo>
                    <a:pt x="25732" y="623863"/>
                  </a:lnTo>
                  <a:lnTo>
                    <a:pt x="55203" y="662008"/>
                  </a:lnTo>
                  <a:lnTo>
                    <a:pt x="93348" y="691479"/>
                  </a:lnTo>
                  <a:lnTo>
                    <a:pt x="138371" y="710479"/>
                  </a:lnTo>
                  <a:lnTo>
                    <a:pt x="188475" y="717212"/>
                  </a:lnTo>
                  <a:lnTo>
                    <a:pt x="3301284" y="717212"/>
                  </a:lnTo>
                  <a:lnTo>
                    <a:pt x="3351388" y="710479"/>
                  </a:lnTo>
                  <a:lnTo>
                    <a:pt x="3396411" y="691479"/>
                  </a:lnTo>
                  <a:lnTo>
                    <a:pt x="3434556" y="662008"/>
                  </a:lnTo>
                  <a:lnTo>
                    <a:pt x="3464027" y="623863"/>
                  </a:lnTo>
                  <a:lnTo>
                    <a:pt x="3483027" y="578840"/>
                  </a:lnTo>
                  <a:lnTo>
                    <a:pt x="3489759" y="528736"/>
                  </a:lnTo>
                  <a:lnTo>
                    <a:pt x="3489759" y="0"/>
                  </a:lnTo>
                  <a:close/>
                </a:path>
              </a:pathLst>
            </a:custGeom>
            <a:solidFill>
              <a:srgbClr val="A3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870709" y="7326102"/>
              <a:ext cx="3489960" cy="717550"/>
            </a:xfrm>
            <a:custGeom>
              <a:avLst/>
              <a:gdLst/>
              <a:ahLst/>
              <a:cxnLst/>
              <a:rect l="l" t="t" r="r" b="b"/>
              <a:pathLst>
                <a:path w="3489960" h="717550">
                  <a:moveTo>
                    <a:pt x="17800" y="528736"/>
                  </a:moveTo>
                  <a:lnTo>
                    <a:pt x="545" y="532796"/>
                  </a:lnTo>
                  <a:lnTo>
                    <a:pt x="6732" y="578840"/>
                  </a:lnTo>
                  <a:lnTo>
                    <a:pt x="25732" y="623863"/>
                  </a:lnTo>
                  <a:lnTo>
                    <a:pt x="55203" y="662008"/>
                  </a:lnTo>
                  <a:lnTo>
                    <a:pt x="93348" y="691479"/>
                  </a:lnTo>
                  <a:lnTo>
                    <a:pt x="138371" y="710479"/>
                  </a:lnTo>
                  <a:lnTo>
                    <a:pt x="188475" y="717212"/>
                  </a:lnTo>
                  <a:lnTo>
                    <a:pt x="188475" y="691034"/>
                  </a:lnTo>
                  <a:lnTo>
                    <a:pt x="143103" y="685237"/>
                  </a:lnTo>
                  <a:lnTo>
                    <a:pt x="102332" y="668876"/>
                  </a:lnTo>
                  <a:lnTo>
                    <a:pt x="67790" y="643498"/>
                  </a:lnTo>
                  <a:lnTo>
                    <a:pt x="41102" y="610651"/>
                  </a:lnTo>
                  <a:lnTo>
                    <a:pt x="23897" y="571881"/>
                  </a:lnTo>
                  <a:lnTo>
                    <a:pt x="17800" y="528736"/>
                  </a:lnTo>
                  <a:close/>
                </a:path>
                <a:path w="3489960" h="717550">
                  <a:moveTo>
                    <a:pt x="3301284" y="691034"/>
                  </a:moveTo>
                  <a:lnTo>
                    <a:pt x="188475" y="691034"/>
                  </a:lnTo>
                  <a:lnTo>
                    <a:pt x="188475" y="717212"/>
                  </a:lnTo>
                  <a:lnTo>
                    <a:pt x="3301284" y="717212"/>
                  </a:lnTo>
                  <a:lnTo>
                    <a:pt x="3301284" y="691034"/>
                  </a:lnTo>
                  <a:close/>
                </a:path>
                <a:path w="3489960" h="717550">
                  <a:moveTo>
                    <a:pt x="3489759" y="0"/>
                  </a:moveTo>
                  <a:lnTo>
                    <a:pt x="3463582" y="0"/>
                  </a:lnTo>
                  <a:lnTo>
                    <a:pt x="3463582" y="528736"/>
                  </a:lnTo>
                  <a:lnTo>
                    <a:pt x="3457785" y="571881"/>
                  </a:lnTo>
                  <a:lnTo>
                    <a:pt x="3441424" y="610651"/>
                  </a:lnTo>
                  <a:lnTo>
                    <a:pt x="3416046" y="643498"/>
                  </a:lnTo>
                  <a:lnTo>
                    <a:pt x="3383199" y="668876"/>
                  </a:lnTo>
                  <a:lnTo>
                    <a:pt x="3344429" y="685237"/>
                  </a:lnTo>
                  <a:lnTo>
                    <a:pt x="3301284" y="691034"/>
                  </a:lnTo>
                  <a:lnTo>
                    <a:pt x="3301284" y="717212"/>
                  </a:lnTo>
                  <a:lnTo>
                    <a:pt x="3351388" y="710479"/>
                  </a:lnTo>
                  <a:lnTo>
                    <a:pt x="3396411" y="691479"/>
                  </a:lnTo>
                  <a:lnTo>
                    <a:pt x="3434556" y="662008"/>
                  </a:lnTo>
                  <a:lnTo>
                    <a:pt x="3464027" y="623863"/>
                  </a:lnTo>
                  <a:lnTo>
                    <a:pt x="3483027" y="578840"/>
                  </a:lnTo>
                  <a:lnTo>
                    <a:pt x="3489759" y="528736"/>
                  </a:lnTo>
                  <a:lnTo>
                    <a:pt x="3489759" y="0"/>
                  </a:lnTo>
                  <a:close/>
                </a:path>
                <a:path w="3489960" h="717550">
                  <a:moveTo>
                    <a:pt x="17800" y="0"/>
                  </a:moveTo>
                  <a:lnTo>
                    <a:pt x="0" y="0"/>
                  </a:lnTo>
                  <a:lnTo>
                    <a:pt x="0" y="528736"/>
                  </a:lnTo>
                  <a:lnTo>
                    <a:pt x="545" y="532796"/>
                  </a:lnTo>
                  <a:lnTo>
                    <a:pt x="17800" y="528736"/>
                  </a:lnTo>
                  <a:lnTo>
                    <a:pt x="17800" y="0"/>
                  </a:lnTo>
                  <a:close/>
                </a:path>
              </a:pathLst>
            </a:custGeom>
            <a:solidFill>
              <a:srgbClr val="6DE6D4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42081" y="3307229"/>
            <a:ext cx="5394781" cy="112457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6257" y="5179488"/>
            <a:ext cx="6170296" cy="29383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734784" y="2720589"/>
            <a:ext cx="1035050" cy="257175"/>
          </a:xfrm>
          <a:custGeom>
            <a:avLst/>
            <a:gdLst/>
            <a:ahLst/>
            <a:cxnLst/>
            <a:rect l="l" t="t" r="r" b="b"/>
            <a:pathLst>
              <a:path w="1035050" h="257175">
                <a:moveTo>
                  <a:pt x="65565" y="19182"/>
                </a:moveTo>
                <a:lnTo>
                  <a:pt x="39095" y="25499"/>
                </a:lnTo>
                <a:lnTo>
                  <a:pt x="18288" y="43519"/>
                </a:lnTo>
                <a:lnTo>
                  <a:pt x="4728" y="71846"/>
                </a:lnTo>
                <a:lnTo>
                  <a:pt x="0" y="109085"/>
                </a:lnTo>
                <a:lnTo>
                  <a:pt x="4728" y="146489"/>
                </a:lnTo>
                <a:lnTo>
                  <a:pt x="16123" y="170365"/>
                </a:lnTo>
                <a:lnTo>
                  <a:pt x="18329" y="174937"/>
                </a:lnTo>
                <a:lnTo>
                  <a:pt x="39095" y="192952"/>
                </a:lnTo>
                <a:lnTo>
                  <a:pt x="65565" y="199274"/>
                </a:lnTo>
                <a:lnTo>
                  <a:pt x="92000" y="192952"/>
                </a:lnTo>
                <a:lnTo>
                  <a:pt x="112730" y="174937"/>
                </a:lnTo>
                <a:lnTo>
                  <a:pt x="65565" y="174937"/>
                </a:lnTo>
                <a:lnTo>
                  <a:pt x="49487" y="170365"/>
                </a:lnTo>
                <a:lnTo>
                  <a:pt x="37005" y="157257"/>
                </a:lnTo>
                <a:lnTo>
                  <a:pt x="28926" y="136526"/>
                </a:lnTo>
                <a:lnTo>
                  <a:pt x="26054" y="109085"/>
                </a:lnTo>
                <a:lnTo>
                  <a:pt x="28926" y="81809"/>
                </a:lnTo>
                <a:lnTo>
                  <a:pt x="37005" y="61163"/>
                </a:lnTo>
                <a:lnTo>
                  <a:pt x="49487" y="48087"/>
                </a:lnTo>
                <a:lnTo>
                  <a:pt x="65565" y="43519"/>
                </a:lnTo>
                <a:lnTo>
                  <a:pt x="112771" y="43519"/>
                </a:lnTo>
                <a:lnTo>
                  <a:pt x="92000" y="25499"/>
                </a:lnTo>
                <a:lnTo>
                  <a:pt x="65565" y="19182"/>
                </a:lnTo>
                <a:close/>
              </a:path>
              <a:path w="1035050" h="257175">
                <a:moveTo>
                  <a:pt x="112771" y="43519"/>
                </a:moveTo>
                <a:lnTo>
                  <a:pt x="65565" y="43519"/>
                </a:lnTo>
                <a:lnTo>
                  <a:pt x="81809" y="48087"/>
                </a:lnTo>
                <a:lnTo>
                  <a:pt x="94376" y="61163"/>
                </a:lnTo>
                <a:lnTo>
                  <a:pt x="102486" y="81809"/>
                </a:lnTo>
                <a:lnTo>
                  <a:pt x="105363" y="109085"/>
                </a:lnTo>
                <a:lnTo>
                  <a:pt x="102486" y="136526"/>
                </a:lnTo>
                <a:lnTo>
                  <a:pt x="94376" y="157257"/>
                </a:lnTo>
                <a:lnTo>
                  <a:pt x="81809" y="170365"/>
                </a:lnTo>
                <a:lnTo>
                  <a:pt x="65565" y="174937"/>
                </a:lnTo>
                <a:lnTo>
                  <a:pt x="112754" y="174937"/>
                </a:lnTo>
                <a:lnTo>
                  <a:pt x="126402" y="146489"/>
                </a:lnTo>
                <a:lnTo>
                  <a:pt x="131417" y="109085"/>
                </a:lnTo>
                <a:lnTo>
                  <a:pt x="126402" y="71846"/>
                </a:lnTo>
                <a:lnTo>
                  <a:pt x="112771" y="43519"/>
                </a:lnTo>
                <a:close/>
              </a:path>
              <a:path w="1035050" h="257175">
                <a:moveTo>
                  <a:pt x="196697" y="0"/>
                </a:moveTo>
                <a:lnTo>
                  <a:pt x="169497" y="0"/>
                </a:lnTo>
                <a:lnTo>
                  <a:pt x="169497" y="256536"/>
                </a:lnTo>
                <a:lnTo>
                  <a:pt x="196697" y="256536"/>
                </a:lnTo>
                <a:lnTo>
                  <a:pt x="196697" y="123401"/>
                </a:lnTo>
                <a:lnTo>
                  <a:pt x="237926" y="123401"/>
                </a:lnTo>
                <a:lnTo>
                  <a:pt x="237926" y="100495"/>
                </a:lnTo>
                <a:lnTo>
                  <a:pt x="196697" y="100495"/>
                </a:lnTo>
                <a:lnTo>
                  <a:pt x="196697" y="0"/>
                </a:lnTo>
                <a:close/>
              </a:path>
              <a:path w="1035050" h="257175">
                <a:moveTo>
                  <a:pt x="459331" y="0"/>
                </a:moveTo>
                <a:lnTo>
                  <a:pt x="432131" y="0"/>
                </a:lnTo>
                <a:lnTo>
                  <a:pt x="432131" y="257109"/>
                </a:lnTo>
                <a:lnTo>
                  <a:pt x="459331" y="257109"/>
                </a:lnTo>
                <a:lnTo>
                  <a:pt x="459331" y="0"/>
                </a:lnTo>
                <a:close/>
              </a:path>
              <a:path w="1035050" h="257175">
                <a:moveTo>
                  <a:pt x="322187" y="19182"/>
                </a:moveTo>
                <a:lnTo>
                  <a:pt x="295502" y="25499"/>
                </a:lnTo>
                <a:lnTo>
                  <a:pt x="274480" y="43519"/>
                </a:lnTo>
                <a:lnTo>
                  <a:pt x="260706" y="71846"/>
                </a:lnTo>
                <a:lnTo>
                  <a:pt x="255762" y="109085"/>
                </a:lnTo>
                <a:lnTo>
                  <a:pt x="260706" y="146489"/>
                </a:lnTo>
                <a:lnTo>
                  <a:pt x="272281" y="170365"/>
                </a:lnTo>
                <a:lnTo>
                  <a:pt x="274522" y="174937"/>
                </a:lnTo>
                <a:lnTo>
                  <a:pt x="295502" y="192952"/>
                </a:lnTo>
                <a:lnTo>
                  <a:pt x="322187" y="199274"/>
                </a:lnTo>
                <a:lnTo>
                  <a:pt x="348586" y="192952"/>
                </a:lnTo>
                <a:lnTo>
                  <a:pt x="369495" y="174937"/>
                </a:lnTo>
                <a:lnTo>
                  <a:pt x="322187" y="174937"/>
                </a:lnTo>
                <a:lnTo>
                  <a:pt x="305898" y="170365"/>
                </a:lnTo>
                <a:lnTo>
                  <a:pt x="293234" y="157257"/>
                </a:lnTo>
                <a:lnTo>
                  <a:pt x="285024" y="136526"/>
                </a:lnTo>
                <a:lnTo>
                  <a:pt x="282103" y="109085"/>
                </a:lnTo>
                <a:lnTo>
                  <a:pt x="285024" y="81809"/>
                </a:lnTo>
                <a:lnTo>
                  <a:pt x="293234" y="61163"/>
                </a:lnTo>
                <a:lnTo>
                  <a:pt x="305898" y="48087"/>
                </a:lnTo>
                <a:lnTo>
                  <a:pt x="322187" y="43519"/>
                </a:lnTo>
                <a:lnTo>
                  <a:pt x="369536" y="43519"/>
                </a:lnTo>
                <a:lnTo>
                  <a:pt x="348586" y="25499"/>
                </a:lnTo>
                <a:lnTo>
                  <a:pt x="322187" y="19182"/>
                </a:lnTo>
                <a:close/>
              </a:path>
              <a:path w="1035050" h="257175">
                <a:moveTo>
                  <a:pt x="369536" y="43519"/>
                </a:moveTo>
                <a:lnTo>
                  <a:pt x="322187" y="43519"/>
                </a:lnTo>
                <a:lnTo>
                  <a:pt x="338310" y="48087"/>
                </a:lnTo>
                <a:lnTo>
                  <a:pt x="350890" y="61163"/>
                </a:lnTo>
                <a:lnTo>
                  <a:pt x="359068" y="81809"/>
                </a:lnTo>
                <a:lnTo>
                  <a:pt x="361985" y="109085"/>
                </a:lnTo>
                <a:lnTo>
                  <a:pt x="359068" y="136526"/>
                </a:lnTo>
                <a:lnTo>
                  <a:pt x="350890" y="157257"/>
                </a:lnTo>
                <a:lnTo>
                  <a:pt x="338310" y="170365"/>
                </a:lnTo>
                <a:lnTo>
                  <a:pt x="322187" y="174937"/>
                </a:lnTo>
                <a:lnTo>
                  <a:pt x="369519" y="174937"/>
                </a:lnTo>
                <a:lnTo>
                  <a:pt x="383346" y="146489"/>
                </a:lnTo>
                <a:lnTo>
                  <a:pt x="388325" y="109085"/>
                </a:lnTo>
                <a:lnTo>
                  <a:pt x="383346" y="71846"/>
                </a:lnTo>
                <a:lnTo>
                  <a:pt x="369536" y="43519"/>
                </a:lnTo>
                <a:close/>
              </a:path>
              <a:path w="1035050" h="257175">
                <a:moveTo>
                  <a:pt x="766143" y="0"/>
                </a:moveTo>
                <a:lnTo>
                  <a:pt x="738943" y="0"/>
                </a:lnTo>
                <a:lnTo>
                  <a:pt x="738943" y="256536"/>
                </a:lnTo>
                <a:lnTo>
                  <a:pt x="766143" y="256536"/>
                </a:lnTo>
                <a:lnTo>
                  <a:pt x="766143" y="130272"/>
                </a:lnTo>
                <a:lnTo>
                  <a:pt x="804795" y="130272"/>
                </a:lnTo>
                <a:lnTo>
                  <a:pt x="804795" y="107367"/>
                </a:lnTo>
                <a:lnTo>
                  <a:pt x="766143" y="107367"/>
                </a:lnTo>
                <a:lnTo>
                  <a:pt x="766143" y="0"/>
                </a:lnTo>
                <a:close/>
              </a:path>
              <a:path w="1035050" h="257175">
                <a:moveTo>
                  <a:pt x="643887" y="65279"/>
                </a:moveTo>
                <a:lnTo>
                  <a:pt x="618812" y="68728"/>
                </a:lnTo>
                <a:lnTo>
                  <a:pt x="599401" y="78485"/>
                </a:lnTo>
                <a:lnTo>
                  <a:pt x="586915" y="93664"/>
                </a:lnTo>
                <a:lnTo>
                  <a:pt x="582616" y="113380"/>
                </a:lnTo>
                <a:lnTo>
                  <a:pt x="585872" y="130596"/>
                </a:lnTo>
                <a:lnTo>
                  <a:pt x="592185" y="139720"/>
                </a:lnTo>
                <a:lnTo>
                  <a:pt x="595564" y="144498"/>
                </a:lnTo>
                <a:lnTo>
                  <a:pt x="610478" y="154327"/>
                </a:lnTo>
                <a:lnTo>
                  <a:pt x="630144" y="159762"/>
                </a:lnTo>
                <a:lnTo>
                  <a:pt x="630144" y="185817"/>
                </a:lnTo>
                <a:lnTo>
                  <a:pt x="612008" y="186313"/>
                </a:lnTo>
                <a:lnTo>
                  <a:pt x="587075" y="186676"/>
                </a:lnTo>
                <a:lnTo>
                  <a:pt x="562001" y="186676"/>
                </a:lnTo>
                <a:lnTo>
                  <a:pt x="566258" y="209093"/>
                </a:lnTo>
                <a:lnTo>
                  <a:pt x="566296" y="209294"/>
                </a:lnTo>
                <a:lnTo>
                  <a:pt x="602049" y="209093"/>
                </a:lnTo>
                <a:lnTo>
                  <a:pt x="641883" y="207899"/>
                </a:lnTo>
                <a:lnTo>
                  <a:pt x="683863" y="204825"/>
                </a:lnTo>
                <a:lnTo>
                  <a:pt x="726059" y="198987"/>
                </a:lnTo>
                <a:lnTo>
                  <a:pt x="725004" y="186676"/>
                </a:lnTo>
                <a:lnTo>
                  <a:pt x="724930" y="185817"/>
                </a:lnTo>
                <a:lnTo>
                  <a:pt x="724832" y="184672"/>
                </a:lnTo>
                <a:lnTo>
                  <a:pt x="657344" y="184672"/>
                </a:lnTo>
                <a:lnTo>
                  <a:pt x="657344" y="160049"/>
                </a:lnTo>
                <a:lnTo>
                  <a:pt x="677064" y="154508"/>
                </a:lnTo>
                <a:lnTo>
                  <a:pt x="692274" y="144498"/>
                </a:lnTo>
                <a:lnTo>
                  <a:pt x="695656" y="139720"/>
                </a:lnTo>
                <a:lnTo>
                  <a:pt x="643887" y="139720"/>
                </a:lnTo>
                <a:lnTo>
                  <a:pt x="629236" y="137900"/>
                </a:lnTo>
                <a:lnTo>
                  <a:pt x="617940" y="132670"/>
                </a:lnTo>
                <a:lnTo>
                  <a:pt x="610670" y="124380"/>
                </a:lnTo>
                <a:lnTo>
                  <a:pt x="608098" y="113380"/>
                </a:lnTo>
                <a:lnTo>
                  <a:pt x="610670" y="102289"/>
                </a:lnTo>
                <a:lnTo>
                  <a:pt x="617940" y="93803"/>
                </a:lnTo>
                <a:lnTo>
                  <a:pt x="629236" y="88376"/>
                </a:lnTo>
                <a:lnTo>
                  <a:pt x="643887" y="86466"/>
                </a:lnTo>
                <a:lnTo>
                  <a:pt x="695027" y="86466"/>
                </a:lnTo>
                <a:lnTo>
                  <a:pt x="688337" y="78485"/>
                </a:lnTo>
                <a:lnTo>
                  <a:pt x="668850" y="68728"/>
                </a:lnTo>
                <a:lnTo>
                  <a:pt x="643887" y="65279"/>
                </a:lnTo>
                <a:close/>
              </a:path>
              <a:path w="1035050" h="257175">
                <a:moveTo>
                  <a:pt x="724341" y="178945"/>
                </a:moveTo>
                <a:lnTo>
                  <a:pt x="708075" y="180988"/>
                </a:lnTo>
                <a:lnTo>
                  <a:pt x="691379" y="182614"/>
                </a:lnTo>
                <a:lnTo>
                  <a:pt x="674415" y="183837"/>
                </a:lnTo>
                <a:lnTo>
                  <a:pt x="657344" y="184672"/>
                </a:lnTo>
                <a:lnTo>
                  <a:pt x="724832" y="184672"/>
                </a:lnTo>
                <a:lnTo>
                  <a:pt x="724341" y="178945"/>
                </a:lnTo>
                <a:close/>
              </a:path>
              <a:path w="1035050" h="257175">
                <a:moveTo>
                  <a:pt x="695027" y="86466"/>
                </a:moveTo>
                <a:lnTo>
                  <a:pt x="643887" y="86466"/>
                </a:lnTo>
                <a:lnTo>
                  <a:pt x="658538" y="88376"/>
                </a:lnTo>
                <a:lnTo>
                  <a:pt x="669834" y="93803"/>
                </a:lnTo>
                <a:lnTo>
                  <a:pt x="677104" y="102289"/>
                </a:lnTo>
                <a:lnTo>
                  <a:pt x="679676" y="113380"/>
                </a:lnTo>
                <a:lnTo>
                  <a:pt x="677104" y="124380"/>
                </a:lnTo>
                <a:lnTo>
                  <a:pt x="669834" y="132670"/>
                </a:lnTo>
                <a:lnTo>
                  <a:pt x="658538" y="137900"/>
                </a:lnTo>
                <a:lnTo>
                  <a:pt x="643887" y="139720"/>
                </a:lnTo>
                <a:lnTo>
                  <a:pt x="695656" y="139720"/>
                </a:lnTo>
                <a:lnTo>
                  <a:pt x="702116" y="130596"/>
                </a:lnTo>
                <a:lnTo>
                  <a:pt x="705731" y="113380"/>
                </a:lnTo>
                <a:lnTo>
                  <a:pt x="701093" y="93803"/>
                </a:lnTo>
                <a:lnTo>
                  <a:pt x="701060" y="93664"/>
                </a:lnTo>
                <a:lnTo>
                  <a:pt x="695027" y="86466"/>
                </a:lnTo>
                <a:close/>
              </a:path>
              <a:path w="1035050" h="257175">
                <a:moveTo>
                  <a:pt x="720619" y="30349"/>
                </a:moveTo>
                <a:lnTo>
                  <a:pt x="566869" y="30349"/>
                </a:lnTo>
                <a:lnTo>
                  <a:pt x="566869" y="52109"/>
                </a:lnTo>
                <a:lnTo>
                  <a:pt x="720619" y="52109"/>
                </a:lnTo>
                <a:lnTo>
                  <a:pt x="720619" y="30349"/>
                </a:lnTo>
                <a:close/>
              </a:path>
              <a:path w="1035050" h="257175">
                <a:moveTo>
                  <a:pt x="657344" y="572"/>
                </a:moveTo>
                <a:lnTo>
                  <a:pt x="630144" y="572"/>
                </a:lnTo>
                <a:lnTo>
                  <a:pt x="630144" y="30349"/>
                </a:lnTo>
                <a:lnTo>
                  <a:pt x="657344" y="30349"/>
                </a:lnTo>
                <a:lnTo>
                  <a:pt x="657344" y="572"/>
                </a:lnTo>
                <a:close/>
              </a:path>
              <a:path w="1035050" h="257175">
                <a:moveTo>
                  <a:pt x="889056" y="170070"/>
                </a:moveTo>
                <a:lnTo>
                  <a:pt x="861570" y="170070"/>
                </a:lnTo>
                <a:lnTo>
                  <a:pt x="861570" y="251096"/>
                </a:lnTo>
                <a:lnTo>
                  <a:pt x="1034790" y="251096"/>
                </a:lnTo>
                <a:lnTo>
                  <a:pt x="1034790" y="229050"/>
                </a:lnTo>
                <a:lnTo>
                  <a:pt x="889056" y="229050"/>
                </a:lnTo>
                <a:lnTo>
                  <a:pt x="889056" y="170070"/>
                </a:lnTo>
                <a:close/>
              </a:path>
              <a:path w="1035050" h="257175">
                <a:moveTo>
                  <a:pt x="1029063" y="120824"/>
                </a:moveTo>
                <a:lnTo>
                  <a:pt x="1001864" y="120824"/>
                </a:lnTo>
                <a:lnTo>
                  <a:pt x="1001864" y="187248"/>
                </a:lnTo>
                <a:lnTo>
                  <a:pt x="1029063" y="187248"/>
                </a:lnTo>
                <a:lnTo>
                  <a:pt x="1029063" y="120824"/>
                </a:lnTo>
                <a:close/>
              </a:path>
              <a:path w="1035050" h="257175">
                <a:moveTo>
                  <a:pt x="946033" y="21759"/>
                </a:moveTo>
                <a:lnTo>
                  <a:pt x="826926" y="21759"/>
                </a:lnTo>
                <a:lnTo>
                  <a:pt x="826926" y="143156"/>
                </a:lnTo>
                <a:lnTo>
                  <a:pt x="946033" y="143156"/>
                </a:lnTo>
                <a:lnTo>
                  <a:pt x="946033" y="121683"/>
                </a:lnTo>
                <a:lnTo>
                  <a:pt x="853840" y="121683"/>
                </a:lnTo>
                <a:lnTo>
                  <a:pt x="853840" y="43805"/>
                </a:lnTo>
                <a:lnTo>
                  <a:pt x="1029063" y="43805"/>
                </a:lnTo>
                <a:lnTo>
                  <a:pt x="1029063" y="43519"/>
                </a:lnTo>
                <a:lnTo>
                  <a:pt x="946033" y="43519"/>
                </a:lnTo>
                <a:lnTo>
                  <a:pt x="946033" y="21759"/>
                </a:lnTo>
                <a:close/>
              </a:path>
              <a:path w="1035050" h="257175">
                <a:moveTo>
                  <a:pt x="1029063" y="43805"/>
                </a:moveTo>
                <a:lnTo>
                  <a:pt x="919405" y="43805"/>
                </a:lnTo>
                <a:lnTo>
                  <a:pt x="919405" y="121683"/>
                </a:lnTo>
                <a:lnTo>
                  <a:pt x="946033" y="121683"/>
                </a:lnTo>
                <a:lnTo>
                  <a:pt x="946033" y="120824"/>
                </a:lnTo>
                <a:lnTo>
                  <a:pt x="1029063" y="120824"/>
                </a:lnTo>
                <a:lnTo>
                  <a:pt x="1029063" y="98491"/>
                </a:lnTo>
                <a:lnTo>
                  <a:pt x="946033" y="98491"/>
                </a:lnTo>
                <a:lnTo>
                  <a:pt x="946033" y="65852"/>
                </a:lnTo>
                <a:lnTo>
                  <a:pt x="1029063" y="65852"/>
                </a:lnTo>
                <a:lnTo>
                  <a:pt x="1029063" y="43805"/>
                </a:lnTo>
                <a:close/>
              </a:path>
              <a:path w="1035050" h="257175">
                <a:moveTo>
                  <a:pt x="1029063" y="65852"/>
                </a:moveTo>
                <a:lnTo>
                  <a:pt x="1001864" y="65852"/>
                </a:lnTo>
                <a:lnTo>
                  <a:pt x="1001864" y="98491"/>
                </a:lnTo>
                <a:lnTo>
                  <a:pt x="1029063" y="98491"/>
                </a:lnTo>
                <a:lnTo>
                  <a:pt x="1029063" y="65852"/>
                </a:lnTo>
                <a:close/>
              </a:path>
              <a:path w="1035050" h="257175">
                <a:moveTo>
                  <a:pt x="1029063" y="286"/>
                </a:moveTo>
                <a:lnTo>
                  <a:pt x="1001864" y="286"/>
                </a:lnTo>
                <a:lnTo>
                  <a:pt x="1001864" y="43519"/>
                </a:lnTo>
                <a:lnTo>
                  <a:pt x="1029063" y="43519"/>
                </a:lnTo>
                <a:lnTo>
                  <a:pt x="1029063" y="286"/>
                </a:lnTo>
                <a:close/>
              </a:path>
            </a:pathLst>
          </a:custGeom>
          <a:solidFill>
            <a:srgbClr val="86868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5539226" y="1036809"/>
            <a:ext cx="4366260" cy="9245600"/>
            <a:chOff x="5539226" y="1036809"/>
            <a:chExt cx="4366260" cy="924560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43838" y="1141357"/>
              <a:ext cx="4156879" cy="903631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539226" y="1036809"/>
              <a:ext cx="4366260" cy="9245600"/>
            </a:xfrm>
            <a:custGeom>
              <a:avLst/>
              <a:gdLst/>
              <a:ahLst/>
              <a:cxnLst/>
              <a:rect l="l" t="t" r="r" b="b"/>
              <a:pathLst>
                <a:path w="4366259" h="9245600">
                  <a:moveTo>
                    <a:pt x="495150" y="8991600"/>
                  </a:moveTo>
                  <a:lnTo>
                    <a:pt x="400076" y="9169400"/>
                  </a:lnTo>
                  <a:lnTo>
                    <a:pt x="443036" y="9194800"/>
                  </a:lnTo>
                  <a:lnTo>
                    <a:pt x="487684" y="9207500"/>
                  </a:lnTo>
                  <a:lnTo>
                    <a:pt x="534292" y="9220200"/>
                  </a:lnTo>
                  <a:lnTo>
                    <a:pt x="583135" y="9232900"/>
                  </a:lnTo>
                  <a:lnTo>
                    <a:pt x="634488" y="9232900"/>
                  </a:lnTo>
                  <a:lnTo>
                    <a:pt x="688624" y="9245600"/>
                  </a:lnTo>
                  <a:lnTo>
                    <a:pt x="1109786" y="9245600"/>
                  </a:lnTo>
                  <a:lnTo>
                    <a:pt x="1109786" y="9042400"/>
                  </a:lnTo>
                  <a:lnTo>
                    <a:pt x="744324" y="9042400"/>
                  </a:lnTo>
                  <a:lnTo>
                    <a:pt x="705677" y="9029700"/>
                  </a:lnTo>
                  <a:lnTo>
                    <a:pt x="638345" y="9029700"/>
                  </a:lnTo>
                  <a:lnTo>
                    <a:pt x="582296" y="9017000"/>
                  </a:lnTo>
                  <a:lnTo>
                    <a:pt x="535306" y="9004300"/>
                  </a:lnTo>
                  <a:lnTo>
                    <a:pt x="495150" y="8991600"/>
                  </a:lnTo>
                  <a:close/>
                </a:path>
                <a:path w="4366259" h="9245600">
                  <a:moveTo>
                    <a:pt x="3256317" y="9042400"/>
                  </a:moveTo>
                  <a:lnTo>
                    <a:pt x="1109786" y="9042400"/>
                  </a:lnTo>
                  <a:lnTo>
                    <a:pt x="1109786" y="9245600"/>
                  </a:lnTo>
                  <a:lnTo>
                    <a:pt x="3256317" y="9245600"/>
                  </a:lnTo>
                  <a:lnTo>
                    <a:pt x="3256317" y="9042400"/>
                  </a:lnTo>
                  <a:close/>
                </a:path>
                <a:path w="4366259" h="9245600">
                  <a:moveTo>
                    <a:pt x="3870953" y="8991600"/>
                  </a:moveTo>
                  <a:lnTo>
                    <a:pt x="3830797" y="9004300"/>
                  </a:lnTo>
                  <a:lnTo>
                    <a:pt x="3783807" y="9017000"/>
                  </a:lnTo>
                  <a:lnTo>
                    <a:pt x="3727758" y="9029700"/>
                  </a:lnTo>
                  <a:lnTo>
                    <a:pt x="3660426" y="9029700"/>
                  </a:lnTo>
                  <a:lnTo>
                    <a:pt x="3621778" y="9042400"/>
                  </a:lnTo>
                  <a:lnTo>
                    <a:pt x="3256317" y="9042400"/>
                  </a:lnTo>
                  <a:lnTo>
                    <a:pt x="3256317" y="9245600"/>
                  </a:lnTo>
                  <a:lnTo>
                    <a:pt x="3677479" y="9245600"/>
                  </a:lnTo>
                  <a:lnTo>
                    <a:pt x="3731615" y="9232900"/>
                  </a:lnTo>
                  <a:lnTo>
                    <a:pt x="3782968" y="9232900"/>
                  </a:lnTo>
                  <a:lnTo>
                    <a:pt x="3831811" y="9220200"/>
                  </a:lnTo>
                  <a:lnTo>
                    <a:pt x="3878419" y="9207500"/>
                  </a:lnTo>
                  <a:lnTo>
                    <a:pt x="3923066" y="9194800"/>
                  </a:lnTo>
                  <a:lnTo>
                    <a:pt x="3966027" y="9169400"/>
                  </a:lnTo>
                  <a:lnTo>
                    <a:pt x="3870953" y="8991600"/>
                  </a:lnTo>
                  <a:close/>
                </a:path>
                <a:path w="4366259" h="9245600">
                  <a:moveTo>
                    <a:pt x="266352" y="8763000"/>
                  </a:moveTo>
                  <a:lnTo>
                    <a:pt x="79760" y="8851900"/>
                  </a:lnTo>
                  <a:lnTo>
                    <a:pt x="104712" y="8902700"/>
                  </a:lnTo>
                  <a:lnTo>
                    <a:pt x="132632" y="8940800"/>
                  </a:lnTo>
                  <a:lnTo>
                    <a:pt x="163389" y="8978900"/>
                  </a:lnTo>
                  <a:lnTo>
                    <a:pt x="196849" y="9017000"/>
                  </a:lnTo>
                  <a:lnTo>
                    <a:pt x="232880" y="9055100"/>
                  </a:lnTo>
                  <a:lnTo>
                    <a:pt x="271351" y="9093200"/>
                  </a:lnTo>
                  <a:lnTo>
                    <a:pt x="312129" y="9118600"/>
                  </a:lnTo>
                  <a:lnTo>
                    <a:pt x="355081" y="9144000"/>
                  </a:lnTo>
                  <a:lnTo>
                    <a:pt x="400076" y="9169400"/>
                  </a:lnTo>
                  <a:lnTo>
                    <a:pt x="495150" y="8991600"/>
                  </a:lnTo>
                  <a:lnTo>
                    <a:pt x="454092" y="8966200"/>
                  </a:lnTo>
                  <a:lnTo>
                    <a:pt x="415490" y="8940800"/>
                  </a:lnTo>
                  <a:lnTo>
                    <a:pt x="379545" y="8902700"/>
                  </a:lnTo>
                  <a:lnTo>
                    <a:pt x="346458" y="8877300"/>
                  </a:lnTo>
                  <a:lnTo>
                    <a:pt x="316430" y="8839200"/>
                  </a:lnTo>
                  <a:lnTo>
                    <a:pt x="289661" y="8801100"/>
                  </a:lnTo>
                  <a:lnTo>
                    <a:pt x="266352" y="8763000"/>
                  </a:lnTo>
                  <a:close/>
                </a:path>
                <a:path w="4366259" h="9245600">
                  <a:moveTo>
                    <a:pt x="4099750" y="8763000"/>
                  </a:moveTo>
                  <a:lnTo>
                    <a:pt x="4076442" y="8801100"/>
                  </a:lnTo>
                  <a:lnTo>
                    <a:pt x="4049673" y="8839200"/>
                  </a:lnTo>
                  <a:lnTo>
                    <a:pt x="4019644" y="8877300"/>
                  </a:lnTo>
                  <a:lnTo>
                    <a:pt x="3986557" y="8902700"/>
                  </a:lnTo>
                  <a:lnTo>
                    <a:pt x="3950613" y="8940800"/>
                  </a:lnTo>
                  <a:lnTo>
                    <a:pt x="3912011" y="8966200"/>
                  </a:lnTo>
                  <a:lnTo>
                    <a:pt x="3870953" y="8991600"/>
                  </a:lnTo>
                  <a:lnTo>
                    <a:pt x="3966027" y="9169400"/>
                  </a:lnTo>
                  <a:lnTo>
                    <a:pt x="4011022" y="9144000"/>
                  </a:lnTo>
                  <a:lnTo>
                    <a:pt x="4053974" y="9118600"/>
                  </a:lnTo>
                  <a:lnTo>
                    <a:pt x="4094752" y="9093200"/>
                  </a:lnTo>
                  <a:lnTo>
                    <a:pt x="4133222" y="9055100"/>
                  </a:lnTo>
                  <a:lnTo>
                    <a:pt x="4169254" y="9017000"/>
                  </a:lnTo>
                  <a:lnTo>
                    <a:pt x="4202714" y="8978900"/>
                  </a:lnTo>
                  <a:lnTo>
                    <a:pt x="4233471" y="8940800"/>
                  </a:lnTo>
                  <a:lnTo>
                    <a:pt x="4261391" y="8902700"/>
                  </a:lnTo>
                  <a:lnTo>
                    <a:pt x="4286343" y="8851900"/>
                  </a:lnTo>
                  <a:lnTo>
                    <a:pt x="4099750" y="8763000"/>
                  </a:lnTo>
                  <a:close/>
                </a:path>
                <a:path w="4366259" h="9245600">
                  <a:moveTo>
                    <a:pt x="79760" y="406400"/>
                  </a:moveTo>
                  <a:lnTo>
                    <a:pt x="60198" y="444500"/>
                  </a:lnTo>
                  <a:lnTo>
                    <a:pt x="44260" y="495300"/>
                  </a:lnTo>
                  <a:lnTo>
                    <a:pt x="31548" y="546100"/>
                  </a:lnTo>
                  <a:lnTo>
                    <a:pt x="21662" y="584200"/>
                  </a:lnTo>
                  <a:lnTo>
                    <a:pt x="14206" y="635000"/>
                  </a:lnTo>
                  <a:lnTo>
                    <a:pt x="8779" y="698500"/>
                  </a:lnTo>
                  <a:lnTo>
                    <a:pt x="5816" y="736600"/>
                  </a:lnTo>
                  <a:lnTo>
                    <a:pt x="3595" y="787400"/>
                  </a:lnTo>
                  <a:lnTo>
                    <a:pt x="2011" y="825500"/>
                  </a:lnTo>
                  <a:lnTo>
                    <a:pt x="955" y="876300"/>
                  </a:lnTo>
                  <a:lnTo>
                    <a:pt x="320" y="939800"/>
                  </a:lnTo>
                  <a:lnTo>
                    <a:pt x="0" y="990600"/>
                  </a:lnTo>
                  <a:lnTo>
                    <a:pt x="0" y="8267700"/>
                  </a:lnTo>
                  <a:lnTo>
                    <a:pt x="320" y="8318500"/>
                  </a:lnTo>
                  <a:lnTo>
                    <a:pt x="828" y="8369300"/>
                  </a:lnTo>
                  <a:lnTo>
                    <a:pt x="2011" y="8432800"/>
                  </a:lnTo>
                  <a:lnTo>
                    <a:pt x="3595" y="8470900"/>
                  </a:lnTo>
                  <a:lnTo>
                    <a:pt x="5816" y="8521700"/>
                  </a:lnTo>
                  <a:lnTo>
                    <a:pt x="8779" y="8559800"/>
                  </a:lnTo>
                  <a:lnTo>
                    <a:pt x="14206" y="8623300"/>
                  </a:lnTo>
                  <a:lnTo>
                    <a:pt x="21662" y="8674100"/>
                  </a:lnTo>
                  <a:lnTo>
                    <a:pt x="31548" y="8712200"/>
                  </a:lnTo>
                  <a:lnTo>
                    <a:pt x="44260" y="8763000"/>
                  </a:lnTo>
                  <a:lnTo>
                    <a:pt x="60198" y="8813800"/>
                  </a:lnTo>
                  <a:lnTo>
                    <a:pt x="79760" y="8851900"/>
                  </a:lnTo>
                  <a:lnTo>
                    <a:pt x="173056" y="8801100"/>
                  </a:lnTo>
                  <a:lnTo>
                    <a:pt x="186384" y="8801100"/>
                  </a:lnTo>
                  <a:lnTo>
                    <a:pt x="266352" y="8763000"/>
                  </a:lnTo>
                  <a:lnTo>
                    <a:pt x="249106" y="8712200"/>
                  </a:lnTo>
                  <a:lnTo>
                    <a:pt x="235390" y="8674100"/>
                  </a:lnTo>
                  <a:lnTo>
                    <a:pt x="224941" y="8610600"/>
                  </a:lnTo>
                  <a:lnTo>
                    <a:pt x="217501" y="8547100"/>
                  </a:lnTo>
                  <a:lnTo>
                    <a:pt x="214814" y="8509000"/>
                  </a:lnTo>
                  <a:lnTo>
                    <a:pt x="212788" y="8470900"/>
                  </a:lnTo>
                  <a:lnTo>
                    <a:pt x="211330" y="8420100"/>
                  </a:lnTo>
                  <a:lnTo>
                    <a:pt x="210346" y="8369300"/>
                  </a:lnTo>
                  <a:lnTo>
                    <a:pt x="209744" y="8318500"/>
                  </a:lnTo>
                  <a:lnTo>
                    <a:pt x="209429" y="8267700"/>
                  </a:lnTo>
                  <a:lnTo>
                    <a:pt x="209429" y="990600"/>
                  </a:lnTo>
                  <a:lnTo>
                    <a:pt x="209744" y="939800"/>
                  </a:lnTo>
                  <a:lnTo>
                    <a:pt x="210346" y="889000"/>
                  </a:lnTo>
                  <a:lnTo>
                    <a:pt x="211330" y="838200"/>
                  </a:lnTo>
                  <a:lnTo>
                    <a:pt x="212788" y="787400"/>
                  </a:lnTo>
                  <a:lnTo>
                    <a:pt x="214814" y="749300"/>
                  </a:lnTo>
                  <a:lnTo>
                    <a:pt x="217501" y="711200"/>
                  </a:lnTo>
                  <a:lnTo>
                    <a:pt x="224941" y="647700"/>
                  </a:lnTo>
                  <a:lnTo>
                    <a:pt x="235390" y="584200"/>
                  </a:lnTo>
                  <a:lnTo>
                    <a:pt x="249106" y="546100"/>
                  </a:lnTo>
                  <a:lnTo>
                    <a:pt x="266352" y="495300"/>
                  </a:lnTo>
                  <a:lnTo>
                    <a:pt x="79760" y="406400"/>
                  </a:lnTo>
                  <a:close/>
                </a:path>
                <a:path w="4366259" h="9245600">
                  <a:moveTo>
                    <a:pt x="186384" y="8801100"/>
                  </a:moveTo>
                  <a:lnTo>
                    <a:pt x="173056" y="8801100"/>
                  </a:lnTo>
                  <a:lnTo>
                    <a:pt x="79760" y="8851900"/>
                  </a:lnTo>
                  <a:lnTo>
                    <a:pt x="186384" y="8801100"/>
                  </a:lnTo>
                  <a:close/>
                </a:path>
                <a:path w="4366259" h="9245600">
                  <a:moveTo>
                    <a:pt x="4099750" y="8763000"/>
                  </a:moveTo>
                  <a:lnTo>
                    <a:pt x="4286343" y="8851900"/>
                  </a:lnTo>
                  <a:lnTo>
                    <a:pt x="4193047" y="8801100"/>
                  </a:lnTo>
                  <a:lnTo>
                    <a:pt x="4099750" y="8763000"/>
                  </a:lnTo>
                  <a:close/>
                </a:path>
                <a:path w="4366259" h="9245600">
                  <a:moveTo>
                    <a:pt x="4309889" y="457200"/>
                  </a:moveTo>
                  <a:lnTo>
                    <a:pt x="4193047" y="457200"/>
                  </a:lnTo>
                  <a:lnTo>
                    <a:pt x="4099750" y="495300"/>
                  </a:lnTo>
                  <a:lnTo>
                    <a:pt x="4116996" y="546100"/>
                  </a:lnTo>
                  <a:lnTo>
                    <a:pt x="4130713" y="584200"/>
                  </a:lnTo>
                  <a:lnTo>
                    <a:pt x="4141161" y="647700"/>
                  </a:lnTo>
                  <a:lnTo>
                    <a:pt x="4148602" y="711200"/>
                  </a:lnTo>
                  <a:lnTo>
                    <a:pt x="4151289" y="749300"/>
                  </a:lnTo>
                  <a:lnTo>
                    <a:pt x="4153315" y="787400"/>
                  </a:lnTo>
                  <a:lnTo>
                    <a:pt x="4154773" y="838200"/>
                  </a:lnTo>
                  <a:lnTo>
                    <a:pt x="4155756" y="889000"/>
                  </a:lnTo>
                  <a:lnTo>
                    <a:pt x="4156359" y="939800"/>
                  </a:lnTo>
                  <a:lnTo>
                    <a:pt x="4156674" y="990600"/>
                  </a:lnTo>
                  <a:lnTo>
                    <a:pt x="4156674" y="8267700"/>
                  </a:lnTo>
                  <a:lnTo>
                    <a:pt x="4156359" y="8318500"/>
                  </a:lnTo>
                  <a:lnTo>
                    <a:pt x="4155756" y="8369300"/>
                  </a:lnTo>
                  <a:lnTo>
                    <a:pt x="4154773" y="8420100"/>
                  </a:lnTo>
                  <a:lnTo>
                    <a:pt x="4153315" y="8470900"/>
                  </a:lnTo>
                  <a:lnTo>
                    <a:pt x="4151289" y="8509000"/>
                  </a:lnTo>
                  <a:lnTo>
                    <a:pt x="4148602" y="8547100"/>
                  </a:lnTo>
                  <a:lnTo>
                    <a:pt x="4141161" y="8610600"/>
                  </a:lnTo>
                  <a:lnTo>
                    <a:pt x="4130713" y="8674100"/>
                  </a:lnTo>
                  <a:lnTo>
                    <a:pt x="4116996" y="8712200"/>
                  </a:lnTo>
                  <a:lnTo>
                    <a:pt x="4099750" y="8763000"/>
                  </a:lnTo>
                  <a:lnTo>
                    <a:pt x="4193047" y="8801100"/>
                  </a:lnTo>
                  <a:lnTo>
                    <a:pt x="4286343" y="8851900"/>
                  </a:lnTo>
                  <a:lnTo>
                    <a:pt x="4305904" y="8813800"/>
                  </a:lnTo>
                  <a:lnTo>
                    <a:pt x="4321842" y="8763000"/>
                  </a:lnTo>
                  <a:lnTo>
                    <a:pt x="4334555" y="8712200"/>
                  </a:lnTo>
                  <a:lnTo>
                    <a:pt x="4344440" y="8674100"/>
                  </a:lnTo>
                  <a:lnTo>
                    <a:pt x="4351897" y="8623300"/>
                  </a:lnTo>
                  <a:lnTo>
                    <a:pt x="4357324" y="8559800"/>
                  </a:lnTo>
                  <a:lnTo>
                    <a:pt x="4360287" y="8521700"/>
                  </a:lnTo>
                  <a:lnTo>
                    <a:pt x="4362508" y="8470900"/>
                  </a:lnTo>
                  <a:lnTo>
                    <a:pt x="4364092" y="8432800"/>
                  </a:lnTo>
                  <a:lnTo>
                    <a:pt x="4365148" y="8382000"/>
                  </a:lnTo>
                  <a:lnTo>
                    <a:pt x="4365783" y="8318500"/>
                  </a:lnTo>
                  <a:lnTo>
                    <a:pt x="4366103" y="8267700"/>
                  </a:lnTo>
                  <a:lnTo>
                    <a:pt x="4366103" y="990600"/>
                  </a:lnTo>
                  <a:lnTo>
                    <a:pt x="4365783" y="939800"/>
                  </a:lnTo>
                  <a:lnTo>
                    <a:pt x="4365275" y="889000"/>
                  </a:lnTo>
                  <a:lnTo>
                    <a:pt x="4364092" y="825500"/>
                  </a:lnTo>
                  <a:lnTo>
                    <a:pt x="4362508" y="787400"/>
                  </a:lnTo>
                  <a:lnTo>
                    <a:pt x="4360287" y="736600"/>
                  </a:lnTo>
                  <a:lnTo>
                    <a:pt x="4357324" y="698500"/>
                  </a:lnTo>
                  <a:lnTo>
                    <a:pt x="4351897" y="635000"/>
                  </a:lnTo>
                  <a:lnTo>
                    <a:pt x="4344440" y="584200"/>
                  </a:lnTo>
                  <a:lnTo>
                    <a:pt x="4334555" y="546100"/>
                  </a:lnTo>
                  <a:lnTo>
                    <a:pt x="4321842" y="495300"/>
                  </a:lnTo>
                  <a:lnTo>
                    <a:pt x="4309889" y="457200"/>
                  </a:lnTo>
                  <a:close/>
                </a:path>
                <a:path w="4366259" h="9245600">
                  <a:moveTo>
                    <a:pt x="400076" y="88900"/>
                  </a:moveTo>
                  <a:lnTo>
                    <a:pt x="355081" y="114300"/>
                  </a:lnTo>
                  <a:lnTo>
                    <a:pt x="312129" y="139700"/>
                  </a:lnTo>
                  <a:lnTo>
                    <a:pt x="271351" y="165100"/>
                  </a:lnTo>
                  <a:lnTo>
                    <a:pt x="232880" y="203200"/>
                  </a:lnTo>
                  <a:lnTo>
                    <a:pt x="196849" y="241300"/>
                  </a:lnTo>
                  <a:lnTo>
                    <a:pt x="163389" y="279400"/>
                  </a:lnTo>
                  <a:lnTo>
                    <a:pt x="132632" y="317500"/>
                  </a:lnTo>
                  <a:lnTo>
                    <a:pt x="104712" y="355600"/>
                  </a:lnTo>
                  <a:lnTo>
                    <a:pt x="79760" y="406400"/>
                  </a:lnTo>
                  <a:lnTo>
                    <a:pt x="266352" y="495300"/>
                  </a:lnTo>
                  <a:lnTo>
                    <a:pt x="289661" y="457200"/>
                  </a:lnTo>
                  <a:lnTo>
                    <a:pt x="316430" y="419100"/>
                  </a:lnTo>
                  <a:lnTo>
                    <a:pt x="346458" y="381000"/>
                  </a:lnTo>
                  <a:lnTo>
                    <a:pt x="379545" y="355600"/>
                  </a:lnTo>
                  <a:lnTo>
                    <a:pt x="415490" y="317500"/>
                  </a:lnTo>
                  <a:lnTo>
                    <a:pt x="454092" y="292100"/>
                  </a:lnTo>
                  <a:lnTo>
                    <a:pt x="495150" y="266700"/>
                  </a:lnTo>
                  <a:lnTo>
                    <a:pt x="400076" y="88900"/>
                  </a:lnTo>
                  <a:close/>
                </a:path>
                <a:path w="4366259" h="9245600">
                  <a:moveTo>
                    <a:pt x="3966027" y="88900"/>
                  </a:moveTo>
                  <a:lnTo>
                    <a:pt x="3870953" y="266700"/>
                  </a:lnTo>
                  <a:lnTo>
                    <a:pt x="3912011" y="292100"/>
                  </a:lnTo>
                  <a:lnTo>
                    <a:pt x="3950613" y="317500"/>
                  </a:lnTo>
                  <a:lnTo>
                    <a:pt x="3986557" y="355600"/>
                  </a:lnTo>
                  <a:lnTo>
                    <a:pt x="4019644" y="381000"/>
                  </a:lnTo>
                  <a:lnTo>
                    <a:pt x="4049673" y="419100"/>
                  </a:lnTo>
                  <a:lnTo>
                    <a:pt x="4076442" y="457200"/>
                  </a:lnTo>
                  <a:lnTo>
                    <a:pt x="4099750" y="495300"/>
                  </a:lnTo>
                  <a:lnTo>
                    <a:pt x="4286343" y="406400"/>
                  </a:lnTo>
                  <a:lnTo>
                    <a:pt x="4261391" y="355600"/>
                  </a:lnTo>
                  <a:lnTo>
                    <a:pt x="4233471" y="317500"/>
                  </a:lnTo>
                  <a:lnTo>
                    <a:pt x="4202714" y="279400"/>
                  </a:lnTo>
                  <a:lnTo>
                    <a:pt x="4169254" y="241300"/>
                  </a:lnTo>
                  <a:lnTo>
                    <a:pt x="4133222" y="203200"/>
                  </a:lnTo>
                  <a:lnTo>
                    <a:pt x="4094752" y="165100"/>
                  </a:lnTo>
                  <a:lnTo>
                    <a:pt x="4053974" y="139700"/>
                  </a:lnTo>
                  <a:lnTo>
                    <a:pt x="4011022" y="114300"/>
                  </a:lnTo>
                  <a:lnTo>
                    <a:pt x="3966027" y="88900"/>
                  </a:lnTo>
                  <a:close/>
                </a:path>
                <a:path w="4366259" h="9245600">
                  <a:moveTo>
                    <a:pt x="4286343" y="406400"/>
                  </a:moveTo>
                  <a:lnTo>
                    <a:pt x="4099750" y="495300"/>
                  </a:lnTo>
                  <a:lnTo>
                    <a:pt x="4193047" y="457200"/>
                  </a:lnTo>
                  <a:lnTo>
                    <a:pt x="4309889" y="457200"/>
                  </a:lnTo>
                  <a:lnTo>
                    <a:pt x="4305904" y="444500"/>
                  </a:lnTo>
                  <a:lnTo>
                    <a:pt x="4286343" y="406400"/>
                  </a:lnTo>
                  <a:close/>
                </a:path>
                <a:path w="4366259" h="9245600">
                  <a:moveTo>
                    <a:pt x="1109786" y="0"/>
                  </a:moveTo>
                  <a:lnTo>
                    <a:pt x="985960" y="0"/>
                  </a:lnTo>
                  <a:lnTo>
                    <a:pt x="928983" y="12700"/>
                  </a:lnTo>
                  <a:lnTo>
                    <a:pt x="688624" y="12700"/>
                  </a:lnTo>
                  <a:lnTo>
                    <a:pt x="634488" y="25400"/>
                  </a:lnTo>
                  <a:lnTo>
                    <a:pt x="583135" y="25400"/>
                  </a:lnTo>
                  <a:lnTo>
                    <a:pt x="534292" y="38100"/>
                  </a:lnTo>
                  <a:lnTo>
                    <a:pt x="487684" y="50800"/>
                  </a:lnTo>
                  <a:lnTo>
                    <a:pt x="443036" y="63500"/>
                  </a:lnTo>
                  <a:lnTo>
                    <a:pt x="400076" y="88900"/>
                  </a:lnTo>
                  <a:lnTo>
                    <a:pt x="495150" y="266700"/>
                  </a:lnTo>
                  <a:lnTo>
                    <a:pt x="535306" y="254000"/>
                  </a:lnTo>
                  <a:lnTo>
                    <a:pt x="582296" y="241300"/>
                  </a:lnTo>
                  <a:lnTo>
                    <a:pt x="638345" y="228600"/>
                  </a:lnTo>
                  <a:lnTo>
                    <a:pt x="705677" y="228600"/>
                  </a:lnTo>
                  <a:lnTo>
                    <a:pt x="744324" y="215900"/>
                  </a:lnTo>
                  <a:lnTo>
                    <a:pt x="1109786" y="215900"/>
                  </a:lnTo>
                  <a:lnTo>
                    <a:pt x="1109786" y="0"/>
                  </a:lnTo>
                  <a:close/>
                </a:path>
                <a:path w="4366259" h="9245600">
                  <a:moveTo>
                    <a:pt x="3380143" y="0"/>
                  </a:moveTo>
                  <a:lnTo>
                    <a:pt x="3256317" y="0"/>
                  </a:lnTo>
                  <a:lnTo>
                    <a:pt x="3256317" y="215900"/>
                  </a:lnTo>
                  <a:lnTo>
                    <a:pt x="3621778" y="215900"/>
                  </a:lnTo>
                  <a:lnTo>
                    <a:pt x="3660426" y="228600"/>
                  </a:lnTo>
                  <a:lnTo>
                    <a:pt x="3727758" y="228600"/>
                  </a:lnTo>
                  <a:lnTo>
                    <a:pt x="3783807" y="241300"/>
                  </a:lnTo>
                  <a:lnTo>
                    <a:pt x="3830797" y="254000"/>
                  </a:lnTo>
                  <a:lnTo>
                    <a:pt x="3870953" y="266700"/>
                  </a:lnTo>
                  <a:lnTo>
                    <a:pt x="3966027" y="88900"/>
                  </a:lnTo>
                  <a:lnTo>
                    <a:pt x="3923066" y="63500"/>
                  </a:lnTo>
                  <a:lnTo>
                    <a:pt x="3878419" y="50800"/>
                  </a:lnTo>
                  <a:lnTo>
                    <a:pt x="3831811" y="38100"/>
                  </a:lnTo>
                  <a:lnTo>
                    <a:pt x="3782968" y="25400"/>
                  </a:lnTo>
                  <a:lnTo>
                    <a:pt x="3731615" y="25400"/>
                  </a:lnTo>
                  <a:lnTo>
                    <a:pt x="3677479" y="12700"/>
                  </a:lnTo>
                  <a:lnTo>
                    <a:pt x="3437120" y="12700"/>
                  </a:lnTo>
                  <a:lnTo>
                    <a:pt x="3380143" y="0"/>
                  </a:lnTo>
                  <a:close/>
                </a:path>
                <a:path w="4366259" h="9245600">
                  <a:moveTo>
                    <a:pt x="3256317" y="0"/>
                  </a:moveTo>
                  <a:lnTo>
                    <a:pt x="1109786" y="0"/>
                  </a:lnTo>
                  <a:lnTo>
                    <a:pt x="1109786" y="215900"/>
                  </a:lnTo>
                  <a:lnTo>
                    <a:pt x="3256317" y="215900"/>
                  </a:lnTo>
                  <a:lnTo>
                    <a:pt x="3256317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7369" y="3299376"/>
            <a:ext cx="4884538" cy="113766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2657" y="5179161"/>
            <a:ext cx="4588760" cy="73394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734784" y="2720589"/>
            <a:ext cx="1035050" cy="257175"/>
          </a:xfrm>
          <a:custGeom>
            <a:avLst/>
            <a:gdLst/>
            <a:ahLst/>
            <a:cxnLst/>
            <a:rect l="l" t="t" r="r" b="b"/>
            <a:pathLst>
              <a:path w="1035050" h="257175">
                <a:moveTo>
                  <a:pt x="65565" y="19182"/>
                </a:moveTo>
                <a:lnTo>
                  <a:pt x="39095" y="25499"/>
                </a:lnTo>
                <a:lnTo>
                  <a:pt x="18288" y="43519"/>
                </a:lnTo>
                <a:lnTo>
                  <a:pt x="4728" y="71846"/>
                </a:lnTo>
                <a:lnTo>
                  <a:pt x="0" y="109085"/>
                </a:lnTo>
                <a:lnTo>
                  <a:pt x="4728" y="146489"/>
                </a:lnTo>
                <a:lnTo>
                  <a:pt x="16123" y="170365"/>
                </a:lnTo>
                <a:lnTo>
                  <a:pt x="18329" y="174937"/>
                </a:lnTo>
                <a:lnTo>
                  <a:pt x="39095" y="192952"/>
                </a:lnTo>
                <a:lnTo>
                  <a:pt x="65565" y="199274"/>
                </a:lnTo>
                <a:lnTo>
                  <a:pt x="92000" y="192952"/>
                </a:lnTo>
                <a:lnTo>
                  <a:pt x="112730" y="174937"/>
                </a:lnTo>
                <a:lnTo>
                  <a:pt x="65565" y="174937"/>
                </a:lnTo>
                <a:lnTo>
                  <a:pt x="49487" y="170365"/>
                </a:lnTo>
                <a:lnTo>
                  <a:pt x="37005" y="157257"/>
                </a:lnTo>
                <a:lnTo>
                  <a:pt x="28926" y="136526"/>
                </a:lnTo>
                <a:lnTo>
                  <a:pt x="26054" y="109085"/>
                </a:lnTo>
                <a:lnTo>
                  <a:pt x="28926" y="81809"/>
                </a:lnTo>
                <a:lnTo>
                  <a:pt x="37005" y="61163"/>
                </a:lnTo>
                <a:lnTo>
                  <a:pt x="49487" y="48087"/>
                </a:lnTo>
                <a:lnTo>
                  <a:pt x="65565" y="43519"/>
                </a:lnTo>
                <a:lnTo>
                  <a:pt x="112771" y="43519"/>
                </a:lnTo>
                <a:lnTo>
                  <a:pt x="92000" y="25499"/>
                </a:lnTo>
                <a:lnTo>
                  <a:pt x="65565" y="19182"/>
                </a:lnTo>
                <a:close/>
              </a:path>
              <a:path w="1035050" h="257175">
                <a:moveTo>
                  <a:pt x="112771" y="43519"/>
                </a:moveTo>
                <a:lnTo>
                  <a:pt x="65565" y="43519"/>
                </a:lnTo>
                <a:lnTo>
                  <a:pt x="81809" y="48087"/>
                </a:lnTo>
                <a:lnTo>
                  <a:pt x="94376" y="61163"/>
                </a:lnTo>
                <a:lnTo>
                  <a:pt x="102486" y="81809"/>
                </a:lnTo>
                <a:lnTo>
                  <a:pt x="105363" y="109085"/>
                </a:lnTo>
                <a:lnTo>
                  <a:pt x="102486" y="136526"/>
                </a:lnTo>
                <a:lnTo>
                  <a:pt x="94376" y="157257"/>
                </a:lnTo>
                <a:lnTo>
                  <a:pt x="81809" y="170365"/>
                </a:lnTo>
                <a:lnTo>
                  <a:pt x="65565" y="174937"/>
                </a:lnTo>
                <a:lnTo>
                  <a:pt x="112754" y="174937"/>
                </a:lnTo>
                <a:lnTo>
                  <a:pt x="126402" y="146489"/>
                </a:lnTo>
                <a:lnTo>
                  <a:pt x="131417" y="109085"/>
                </a:lnTo>
                <a:lnTo>
                  <a:pt x="126402" y="71846"/>
                </a:lnTo>
                <a:lnTo>
                  <a:pt x="112771" y="43519"/>
                </a:lnTo>
                <a:close/>
              </a:path>
              <a:path w="1035050" h="257175">
                <a:moveTo>
                  <a:pt x="196697" y="0"/>
                </a:moveTo>
                <a:lnTo>
                  <a:pt x="169497" y="0"/>
                </a:lnTo>
                <a:lnTo>
                  <a:pt x="169497" y="256536"/>
                </a:lnTo>
                <a:lnTo>
                  <a:pt x="196697" y="256536"/>
                </a:lnTo>
                <a:lnTo>
                  <a:pt x="196697" y="123401"/>
                </a:lnTo>
                <a:lnTo>
                  <a:pt x="237926" y="123401"/>
                </a:lnTo>
                <a:lnTo>
                  <a:pt x="237926" y="100495"/>
                </a:lnTo>
                <a:lnTo>
                  <a:pt x="196697" y="100495"/>
                </a:lnTo>
                <a:lnTo>
                  <a:pt x="196697" y="0"/>
                </a:lnTo>
                <a:close/>
              </a:path>
              <a:path w="1035050" h="257175">
                <a:moveTo>
                  <a:pt x="459331" y="0"/>
                </a:moveTo>
                <a:lnTo>
                  <a:pt x="432131" y="0"/>
                </a:lnTo>
                <a:lnTo>
                  <a:pt x="432131" y="257109"/>
                </a:lnTo>
                <a:lnTo>
                  <a:pt x="459331" y="257109"/>
                </a:lnTo>
                <a:lnTo>
                  <a:pt x="459331" y="0"/>
                </a:lnTo>
                <a:close/>
              </a:path>
              <a:path w="1035050" h="257175">
                <a:moveTo>
                  <a:pt x="322187" y="19182"/>
                </a:moveTo>
                <a:lnTo>
                  <a:pt x="295502" y="25499"/>
                </a:lnTo>
                <a:lnTo>
                  <a:pt x="274480" y="43519"/>
                </a:lnTo>
                <a:lnTo>
                  <a:pt x="260706" y="71846"/>
                </a:lnTo>
                <a:lnTo>
                  <a:pt x="255762" y="109085"/>
                </a:lnTo>
                <a:lnTo>
                  <a:pt x="260706" y="146489"/>
                </a:lnTo>
                <a:lnTo>
                  <a:pt x="272281" y="170365"/>
                </a:lnTo>
                <a:lnTo>
                  <a:pt x="274522" y="174937"/>
                </a:lnTo>
                <a:lnTo>
                  <a:pt x="295502" y="192952"/>
                </a:lnTo>
                <a:lnTo>
                  <a:pt x="322187" y="199274"/>
                </a:lnTo>
                <a:lnTo>
                  <a:pt x="348586" y="192952"/>
                </a:lnTo>
                <a:lnTo>
                  <a:pt x="369495" y="174937"/>
                </a:lnTo>
                <a:lnTo>
                  <a:pt x="322187" y="174937"/>
                </a:lnTo>
                <a:lnTo>
                  <a:pt x="305898" y="170365"/>
                </a:lnTo>
                <a:lnTo>
                  <a:pt x="293234" y="157257"/>
                </a:lnTo>
                <a:lnTo>
                  <a:pt x="285024" y="136526"/>
                </a:lnTo>
                <a:lnTo>
                  <a:pt x="282103" y="109085"/>
                </a:lnTo>
                <a:lnTo>
                  <a:pt x="285024" y="81809"/>
                </a:lnTo>
                <a:lnTo>
                  <a:pt x="293234" y="61163"/>
                </a:lnTo>
                <a:lnTo>
                  <a:pt x="305898" y="48087"/>
                </a:lnTo>
                <a:lnTo>
                  <a:pt x="322187" y="43519"/>
                </a:lnTo>
                <a:lnTo>
                  <a:pt x="369536" y="43519"/>
                </a:lnTo>
                <a:lnTo>
                  <a:pt x="348586" y="25499"/>
                </a:lnTo>
                <a:lnTo>
                  <a:pt x="322187" y="19182"/>
                </a:lnTo>
                <a:close/>
              </a:path>
              <a:path w="1035050" h="257175">
                <a:moveTo>
                  <a:pt x="369536" y="43519"/>
                </a:moveTo>
                <a:lnTo>
                  <a:pt x="322187" y="43519"/>
                </a:lnTo>
                <a:lnTo>
                  <a:pt x="338310" y="48087"/>
                </a:lnTo>
                <a:lnTo>
                  <a:pt x="350890" y="61163"/>
                </a:lnTo>
                <a:lnTo>
                  <a:pt x="359068" y="81809"/>
                </a:lnTo>
                <a:lnTo>
                  <a:pt x="361985" y="109085"/>
                </a:lnTo>
                <a:lnTo>
                  <a:pt x="359068" y="136526"/>
                </a:lnTo>
                <a:lnTo>
                  <a:pt x="350890" y="157257"/>
                </a:lnTo>
                <a:lnTo>
                  <a:pt x="338310" y="170365"/>
                </a:lnTo>
                <a:lnTo>
                  <a:pt x="322187" y="174937"/>
                </a:lnTo>
                <a:lnTo>
                  <a:pt x="369519" y="174937"/>
                </a:lnTo>
                <a:lnTo>
                  <a:pt x="383346" y="146489"/>
                </a:lnTo>
                <a:lnTo>
                  <a:pt x="388325" y="109085"/>
                </a:lnTo>
                <a:lnTo>
                  <a:pt x="383346" y="71846"/>
                </a:lnTo>
                <a:lnTo>
                  <a:pt x="369536" y="43519"/>
                </a:lnTo>
                <a:close/>
              </a:path>
              <a:path w="1035050" h="257175">
                <a:moveTo>
                  <a:pt x="766143" y="0"/>
                </a:moveTo>
                <a:lnTo>
                  <a:pt x="738943" y="0"/>
                </a:lnTo>
                <a:lnTo>
                  <a:pt x="738943" y="256536"/>
                </a:lnTo>
                <a:lnTo>
                  <a:pt x="766143" y="256536"/>
                </a:lnTo>
                <a:lnTo>
                  <a:pt x="766143" y="130272"/>
                </a:lnTo>
                <a:lnTo>
                  <a:pt x="804795" y="130272"/>
                </a:lnTo>
                <a:lnTo>
                  <a:pt x="804795" y="107367"/>
                </a:lnTo>
                <a:lnTo>
                  <a:pt x="766143" y="107367"/>
                </a:lnTo>
                <a:lnTo>
                  <a:pt x="766143" y="0"/>
                </a:lnTo>
                <a:close/>
              </a:path>
              <a:path w="1035050" h="257175">
                <a:moveTo>
                  <a:pt x="643887" y="65279"/>
                </a:moveTo>
                <a:lnTo>
                  <a:pt x="618812" y="68728"/>
                </a:lnTo>
                <a:lnTo>
                  <a:pt x="599401" y="78485"/>
                </a:lnTo>
                <a:lnTo>
                  <a:pt x="586915" y="93664"/>
                </a:lnTo>
                <a:lnTo>
                  <a:pt x="582616" y="113380"/>
                </a:lnTo>
                <a:lnTo>
                  <a:pt x="585872" y="130596"/>
                </a:lnTo>
                <a:lnTo>
                  <a:pt x="592185" y="139720"/>
                </a:lnTo>
                <a:lnTo>
                  <a:pt x="595564" y="144498"/>
                </a:lnTo>
                <a:lnTo>
                  <a:pt x="610478" y="154327"/>
                </a:lnTo>
                <a:lnTo>
                  <a:pt x="630144" y="159762"/>
                </a:lnTo>
                <a:lnTo>
                  <a:pt x="630144" y="185817"/>
                </a:lnTo>
                <a:lnTo>
                  <a:pt x="612008" y="186313"/>
                </a:lnTo>
                <a:lnTo>
                  <a:pt x="587075" y="186676"/>
                </a:lnTo>
                <a:lnTo>
                  <a:pt x="562001" y="186676"/>
                </a:lnTo>
                <a:lnTo>
                  <a:pt x="566258" y="209093"/>
                </a:lnTo>
                <a:lnTo>
                  <a:pt x="566296" y="209294"/>
                </a:lnTo>
                <a:lnTo>
                  <a:pt x="602049" y="209093"/>
                </a:lnTo>
                <a:lnTo>
                  <a:pt x="641883" y="207899"/>
                </a:lnTo>
                <a:lnTo>
                  <a:pt x="683863" y="204825"/>
                </a:lnTo>
                <a:lnTo>
                  <a:pt x="726059" y="198987"/>
                </a:lnTo>
                <a:lnTo>
                  <a:pt x="725004" y="186676"/>
                </a:lnTo>
                <a:lnTo>
                  <a:pt x="724930" y="185817"/>
                </a:lnTo>
                <a:lnTo>
                  <a:pt x="724832" y="184672"/>
                </a:lnTo>
                <a:lnTo>
                  <a:pt x="657344" y="184672"/>
                </a:lnTo>
                <a:lnTo>
                  <a:pt x="657344" y="160049"/>
                </a:lnTo>
                <a:lnTo>
                  <a:pt x="677064" y="154508"/>
                </a:lnTo>
                <a:lnTo>
                  <a:pt x="692274" y="144498"/>
                </a:lnTo>
                <a:lnTo>
                  <a:pt x="695656" y="139720"/>
                </a:lnTo>
                <a:lnTo>
                  <a:pt x="643887" y="139720"/>
                </a:lnTo>
                <a:lnTo>
                  <a:pt x="629236" y="137900"/>
                </a:lnTo>
                <a:lnTo>
                  <a:pt x="617940" y="132670"/>
                </a:lnTo>
                <a:lnTo>
                  <a:pt x="610670" y="124380"/>
                </a:lnTo>
                <a:lnTo>
                  <a:pt x="608098" y="113380"/>
                </a:lnTo>
                <a:lnTo>
                  <a:pt x="610670" y="102289"/>
                </a:lnTo>
                <a:lnTo>
                  <a:pt x="617940" y="93803"/>
                </a:lnTo>
                <a:lnTo>
                  <a:pt x="629236" y="88376"/>
                </a:lnTo>
                <a:lnTo>
                  <a:pt x="643887" y="86466"/>
                </a:lnTo>
                <a:lnTo>
                  <a:pt x="695027" y="86466"/>
                </a:lnTo>
                <a:lnTo>
                  <a:pt x="688337" y="78485"/>
                </a:lnTo>
                <a:lnTo>
                  <a:pt x="668850" y="68728"/>
                </a:lnTo>
                <a:lnTo>
                  <a:pt x="643887" y="65279"/>
                </a:lnTo>
                <a:close/>
              </a:path>
              <a:path w="1035050" h="257175">
                <a:moveTo>
                  <a:pt x="724341" y="178945"/>
                </a:moveTo>
                <a:lnTo>
                  <a:pt x="708075" y="180988"/>
                </a:lnTo>
                <a:lnTo>
                  <a:pt x="691379" y="182614"/>
                </a:lnTo>
                <a:lnTo>
                  <a:pt x="674415" y="183837"/>
                </a:lnTo>
                <a:lnTo>
                  <a:pt x="657344" y="184672"/>
                </a:lnTo>
                <a:lnTo>
                  <a:pt x="724832" y="184672"/>
                </a:lnTo>
                <a:lnTo>
                  <a:pt x="724341" y="178945"/>
                </a:lnTo>
                <a:close/>
              </a:path>
              <a:path w="1035050" h="257175">
                <a:moveTo>
                  <a:pt x="695027" y="86466"/>
                </a:moveTo>
                <a:lnTo>
                  <a:pt x="643887" y="86466"/>
                </a:lnTo>
                <a:lnTo>
                  <a:pt x="658538" y="88376"/>
                </a:lnTo>
                <a:lnTo>
                  <a:pt x="669834" y="93803"/>
                </a:lnTo>
                <a:lnTo>
                  <a:pt x="677104" y="102289"/>
                </a:lnTo>
                <a:lnTo>
                  <a:pt x="679676" y="113380"/>
                </a:lnTo>
                <a:lnTo>
                  <a:pt x="677104" y="124380"/>
                </a:lnTo>
                <a:lnTo>
                  <a:pt x="669834" y="132670"/>
                </a:lnTo>
                <a:lnTo>
                  <a:pt x="658538" y="137900"/>
                </a:lnTo>
                <a:lnTo>
                  <a:pt x="643887" y="139720"/>
                </a:lnTo>
                <a:lnTo>
                  <a:pt x="695656" y="139720"/>
                </a:lnTo>
                <a:lnTo>
                  <a:pt x="702116" y="130596"/>
                </a:lnTo>
                <a:lnTo>
                  <a:pt x="705731" y="113380"/>
                </a:lnTo>
                <a:lnTo>
                  <a:pt x="701093" y="93803"/>
                </a:lnTo>
                <a:lnTo>
                  <a:pt x="701060" y="93664"/>
                </a:lnTo>
                <a:lnTo>
                  <a:pt x="695027" y="86466"/>
                </a:lnTo>
                <a:close/>
              </a:path>
              <a:path w="1035050" h="257175">
                <a:moveTo>
                  <a:pt x="720619" y="30349"/>
                </a:moveTo>
                <a:lnTo>
                  <a:pt x="566869" y="30349"/>
                </a:lnTo>
                <a:lnTo>
                  <a:pt x="566869" y="52109"/>
                </a:lnTo>
                <a:lnTo>
                  <a:pt x="720619" y="52109"/>
                </a:lnTo>
                <a:lnTo>
                  <a:pt x="720619" y="30349"/>
                </a:lnTo>
                <a:close/>
              </a:path>
              <a:path w="1035050" h="257175">
                <a:moveTo>
                  <a:pt x="657344" y="572"/>
                </a:moveTo>
                <a:lnTo>
                  <a:pt x="630144" y="572"/>
                </a:lnTo>
                <a:lnTo>
                  <a:pt x="630144" y="30349"/>
                </a:lnTo>
                <a:lnTo>
                  <a:pt x="657344" y="30349"/>
                </a:lnTo>
                <a:lnTo>
                  <a:pt x="657344" y="572"/>
                </a:lnTo>
                <a:close/>
              </a:path>
              <a:path w="1035050" h="257175">
                <a:moveTo>
                  <a:pt x="889056" y="170070"/>
                </a:moveTo>
                <a:lnTo>
                  <a:pt x="861570" y="170070"/>
                </a:lnTo>
                <a:lnTo>
                  <a:pt x="861570" y="251096"/>
                </a:lnTo>
                <a:lnTo>
                  <a:pt x="1034790" y="251096"/>
                </a:lnTo>
                <a:lnTo>
                  <a:pt x="1034790" y="229050"/>
                </a:lnTo>
                <a:lnTo>
                  <a:pt x="889056" y="229050"/>
                </a:lnTo>
                <a:lnTo>
                  <a:pt x="889056" y="170070"/>
                </a:lnTo>
                <a:close/>
              </a:path>
              <a:path w="1035050" h="257175">
                <a:moveTo>
                  <a:pt x="1029063" y="120824"/>
                </a:moveTo>
                <a:lnTo>
                  <a:pt x="1001864" y="120824"/>
                </a:lnTo>
                <a:lnTo>
                  <a:pt x="1001864" y="187248"/>
                </a:lnTo>
                <a:lnTo>
                  <a:pt x="1029063" y="187248"/>
                </a:lnTo>
                <a:lnTo>
                  <a:pt x="1029063" y="120824"/>
                </a:lnTo>
                <a:close/>
              </a:path>
              <a:path w="1035050" h="257175">
                <a:moveTo>
                  <a:pt x="946033" y="21759"/>
                </a:moveTo>
                <a:lnTo>
                  <a:pt x="826926" y="21759"/>
                </a:lnTo>
                <a:lnTo>
                  <a:pt x="826926" y="143156"/>
                </a:lnTo>
                <a:lnTo>
                  <a:pt x="946033" y="143156"/>
                </a:lnTo>
                <a:lnTo>
                  <a:pt x="946033" y="121683"/>
                </a:lnTo>
                <a:lnTo>
                  <a:pt x="853840" y="121683"/>
                </a:lnTo>
                <a:lnTo>
                  <a:pt x="853840" y="43805"/>
                </a:lnTo>
                <a:lnTo>
                  <a:pt x="1029063" y="43805"/>
                </a:lnTo>
                <a:lnTo>
                  <a:pt x="1029063" y="43519"/>
                </a:lnTo>
                <a:lnTo>
                  <a:pt x="946033" y="43519"/>
                </a:lnTo>
                <a:lnTo>
                  <a:pt x="946033" y="21759"/>
                </a:lnTo>
                <a:close/>
              </a:path>
              <a:path w="1035050" h="257175">
                <a:moveTo>
                  <a:pt x="1029063" y="43805"/>
                </a:moveTo>
                <a:lnTo>
                  <a:pt x="919405" y="43805"/>
                </a:lnTo>
                <a:lnTo>
                  <a:pt x="919405" y="121683"/>
                </a:lnTo>
                <a:lnTo>
                  <a:pt x="946033" y="121683"/>
                </a:lnTo>
                <a:lnTo>
                  <a:pt x="946033" y="120824"/>
                </a:lnTo>
                <a:lnTo>
                  <a:pt x="1029063" y="120824"/>
                </a:lnTo>
                <a:lnTo>
                  <a:pt x="1029063" y="98491"/>
                </a:lnTo>
                <a:lnTo>
                  <a:pt x="946033" y="98491"/>
                </a:lnTo>
                <a:lnTo>
                  <a:pt x="946033" y="65852"/>
                </a:lnTo>
                <a:lnTo>
                  <a:pt x="1029063" y="65852"/>
                </a:lnTo>
                <a:lnTo>
                  <a:pt x="1029063" y="43805"/>
                </a:lnTo>
                <a:close/>
              </a:path>
              <a:path w="1035050" h="257175">
                <a:moveTo>
                  <a:pt x="1029063" y="65852"/>
                </a:moveTo>
                <a:lnTo>
                  <a:pt x="1001864" y="65852"/>
                </a:lnTo>
                <a:lnTo>
                  <a:pt x="1001864" y="98491"/>
                </a:lnTo>
                <a:lnTo>
                  <a:pt x="1029063" y="98491"/>
                </a:lnTo>
                <a:lnTo>
                  <a:pt x="1029063" y="65852"/>
                </a:lnTo>
                <a:close/>
              </a:path>
              <a:path w="1035050" h="257175">
                <a:moveTo>
                  <a:pt x="1029063" y="286"/>
                </a:moveTo>
                <a:lnTo>
                  <a:pt x="1001864" y="286"/>
                </a:lnTo>
                <a:lnTo>
                  <a:pt x="1001864" y="43519"/>
                </a:lnTo>
                <a:lnTo>
                  <a:pt x="1029063" y="43519"/>
                </a:lnTo>
                <a:lnTo>
                  <a:pt x="1029063" y="286"/>
                </a:lnTo>
                <a:close/>
              </a:path>
            </a:pathLst>
          </a:custGeom>
          <a:solidFill>
            <a:srgbClr val="86868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5539226" y="1036809"/>
            <a:ext cx="4366260" cy="9245600"/>
            <a:chOff x="5539226" y="1036809"/>
            <a:chExt cx="4366260" cy="924560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43838" y="1141357"/>
              <a:ext cx="4156879" cy="903631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539226" y="1036809"/>
              <a:ext cx="4366260" cy="9245600"/>
            </a:xfrm>
            <a:custGeom>
              <a:avLst/>
              <a:gdLst/>
              <a:ahLst/>
              <a:cxnLst/>
              <a:rect l="l" t="t" r="r" b="b"/>
              <a:pathLst>
                <a:path w="4366259" h="9245600">
                  <a:moveTo>
                    <a:pt x="495150" y="8991600"/>
                  </a:moveTo>
                  <a:lnTo>
                    <a:pt x="400076" y="9169400"/>
                  </a:lnTo>
                  <a:lnTo>
                    <a:pt x="443036" y="9194800"/>
                  </a:lnTo>
                  <a:lnTo>
                    <a:pt x="487684" y="9207500"/>
                  </a:lnTo>
                  <a:lnTo>
                    <a:pt x="534292" y="9220200"/>
                  </a:lnTo>
                  <a:lnTo>
                    <a:pt x="583135" y="9232900"/>
                  </a:lnTo>
                  <a:lnTo>
                    <a:pt x="634488" y="9232900"/>
                  </a:lnTo>
                  <a:lnTo>
                    <a:pt x="688624" y="9245600"/>
                  </a:lnTo>
                  <a:lnTo>
                    <a:pt x="1109786" y="9245600"/>
                  </a:lnTo>
                  <a:lnTo>
                    <a:pt x="1109786" y="9042400"/>
                  </a:lnTo>
                  <a:lnTo>
                    <a:pt x="744324" y="9042400"/>
                  </a:lnTo>
                  <a:lnTo>
                    <a:pt x="705677" y="9029700"/>
                  </a:lnTo>
                  <a:lnTo>
                    <a:pt x="638345" y="9029700"/>
                  </a:lnTo>
                  <a:lnTo>
                    <a:pt x="582296" y="9017000"/>
                  </a:lnTo>
                  <a:lnTo>
                    <a:pt x="535306" y="9004300"/>
                  </a:lnTo>
                  <a:lnTo>
                    <a:pt x="495150" y="8991600"/>
                  </a:lnTo>
                  <a:close/>
                </a:path>
                <a:path w="4366259" h="9245600">
                  <a:moveTo>
                    <a:pt x="3256317" y="9042400"/>
                  </a:moveTo>
                  <a:lnTo>
                    <a:pt x="1109786" y="9042400"/>
                  </a:lnTo>
                  <a:lnTo>
                    <a:pt x="1109786" y="9245600"/>
                  </a:lnTo>
                  <a:lnTo>
                    <a:pt x="3256317" y="9245600"/>
                  </a:lnTo>
                  <a:lnTo>
                    <a:pt x="3256317" y="9042400"/>
                  </a:lnTo>
                  <a:close/>
                </a:path>
                <a:path w="4366259" h="9245600">
                  <a:moveTo>
                    <a:pt x="3870953" y="8991600"/>
                  </a:moveTo>
                  <a:lnTo>
                    <a:pt x="3830797" y="9004300"/>
                  </a:lnTo>
                  <a:lnTo>
                    <a:pt x="3783807" y="9017000"/>
                  </a:lnTo>
                  <a:lnTo>
                    <a:pt x="3727758" y="9029700"/>
                  </a:lnTo>
                  <a:lnTo>
                    <a:pt x="3660426" y="9029700"/>
                  </a:lnTo>
                  <a:lnTo>
                    <a:pt x="3621778" y="9042400"/>
                  </a:lnTo>
                  <a:lnTo>
                    <a:pt x="3256317" y="9042400"/>
                  </a:lnTo>
                  <a:lnTo>
                    <a:pt x="3256317" y="9245600"/>
                  </a:lnTo>
                  <a:lnTo>
                    <a:pt x="3677479" y="9245600"/>
                  </a:lnTo>
                  <a:lnTo>
                    <a:pt x="3731615" y="9232900"/>
                  </a:lnTo>
                  <a:lnTo>
                    <a:pt x="3782968" y="9232900"/>
                  </a:lnTo>
                  <a:lnTo>
                    <a:pt x="3831811" y="9220200"/>
                  </a:lnTo>
                  <a:lnTo>
                    <a:pt x="3878419" y="9207500"/>
                  </a:lnTo>
                  <a:lnTo>
                    <a:pt x="3923066" y="9194800"/>
                  </a:lnTo>
                  <a:lnTo>
                    <a:pt x="3966027" y="9169400"/>
                  </a:lnTo>
                  <a:lnTo>
                    <a:pt x="3870953" y="8991600"/>
                  </a:lnTo>
                  <a:close/>
                </a:path>
                <a:path w="4366259" h="9245600">
                  <a:moveTo>
                    <a:pt x="266352" y="8763000"/>
                  </a:moveTo>
                  <a:lnTo>
                    <a:pt x="79760" y="8851900"/>
                  </a:lnTo>
                  <a:lnTo>
                    <a:pt x="104712" y="8902700"/>
                  </a:lnTo>
                  <a:lnTo>
                    <a:pt x="132632" y="8940800"/>
                  </a:lnTo>
                  <a:lnTo>
                    <a:pt x="163389" y="8978900"/>
                  </a:lnTo>
                  <a:lnTo>
                    <a:pt x="196849" y="9017000"/>
                  </a:lnTo>
                  <a:lnTo>
                    <a:pt x="232880" y="9055100"/>
                  </a:lnTo>
                  <a:lnTo>
                    <a:pt x="271351" y="9093200"/>
                  </a:lnTo>
                  <a:lnTo>
                    <a:pt x="312129" y="9118600"/>
                  </a:lnTo>
                  <a:lnTo>
                    <a:pt x="355081" y="9144000"/>
                  </a:lnTo>
                  <a:lnTo>
                    <a:pt x="400076" y="9169400"/>
                  </a:lnTo>
                  <a:lnTo>
                    <a:pt x="495150" y="8991600"/>
                  </a:lnTo>
                  <a:lnTo>
                    <a:pt x="454092" y="8966200"/>
                  </a:lnTo>
                  <a:lnTo>
                    <a:pt x="415490" y="8940800"/>
                  </a:lnTo>
                  <a:lnTo>
                    <a:pt x="379545" y="8902700"/>
                  </a:lnTo>
                  <a:lnTo>
                    <a:pt x="346458" y="8877300"/>
                  </a:lnTo>
                  <a:lnTo>
                    <a:pt x="316430" y="8839200"/>
                  </a:lnTo>
                  <a:lnTo>
                    <a:pt x="289661" y="8801100"/>
                  </a:lnTo>
                  <a:lnTo>
                    <a:pt x="266352" y="8763000"/>
                  </a:lnTo>
                  <a:close/>
                </a:path>
                <a:path w="4366259" h="9245600">
                  <a:moveTo>
                    <a:pt x="4099750" y="8763000"/>
                  </a:moveTo>
                  <a:lnTo>
                    <a:pt x="4076442" y="8801100"/>
                  </a:lnTo>
                  <a:lnTo>
                    <a:pt x="4049673" y="8839200"/>
                  </a:lnTo>
                  <a:lnTo>
                    <a:pt x="4019644" y="8877300"/>
                  </a:lnTo>
                  <a:lnTo>
                    <a:pt x="3986557" y="8902700"/>
                  </a:lnTo>
                  <a:lnTo>
                    <a:pt x="3950613" y="8940800"/>
                  </a:lnTo>
                  <a:lnTo>
                    <a:pt x="3912011" y="8966200"/>
                  </a:lnTo>
                  <a:lnTo>
                    <a:pt x="3870953" y="8991600"/>
                  </a:lnTo>
                  <a:lnTo>
                    <a:pt x="3966027" y="9169400"/>
                  </a:lnTo>
                  <a:lnTo>
                    <a:pt x="4011022" y="9144000"/>
                  </a:lnTo>
                  <a:lnTo>
                    <a:pt x="4053974" y="9118600"/>
                  </a:lnTo>
                  <a:lnTo>
                    <a:pt x="4094752" y="9093200"/>
                  </a:lnTo>
                  <a:lnTo>
                    <a:pt x="4133222" y="9055100"/>
                  </a:lnTo>
                  <a:lnTo>
                    <a:pt x="4169254" y="9017000"/>
                  </a:lnTo>
                  <a:lnTo>
                    <a:pt x="4202714" y="8978900"/>
                  </a:lnTo>
                  <a:lnTo>
                    <a:pt x="4233471" y="8940800"/>
                  </a:lnTo>
                  <a:lnTo>
                    <a:pt x="4261391" y="8902700"/>
                  </a:lnTo>
                  <a:lnTo>
                    <a:pt x="4286343" y="8851900"/>
                  </a:lnTo>
                  <a:lnTo>
                    <a:pt x="4099750" y="8763000"/>
                  </a:lnTo>
                  <a:close/>
                </a:path>
                <a:path w="4366259" h="9245600">
                  <a:moveTo>
                    <a:pt x="79760" y="406400"/>
                  </a:moveTo>
                  <a:lnTo>
                    <a:pt x="60198" y="444500"/>
                  </a:lnTo>
                  <a:lnTo>
                    <a:pt x="44260" y="495300"/>
                  </a:lnTo>
                  <a:lnTo>
                    <a:pt x="31548" y="546100"/>
                  </a:lnTo>
                  <a:lnTo>
                    <a:pt x="21662" y="584200"/>
                  </a:lnTo>
                  <a:lnTo>
                    <a:pt x="14206" y="635000"/>
                  </a:lnTo>
                  <a:lnTo>
                    <a:pt x="8779" y="698500"/>
                  </a:lnTo>
                  <a:lnTo>
                    <a:pt x="5816" y="736600"/>
                  </a:lnTo>
                  <a:lnTo>
                    <a:pt x="3595" y="787400"/>
                  </a:lnTo>
                  <a:lnTo>
                    <a:pt x="2011" y="825500"/>
                  </a:lnTo>
                  <a:lnTo>
                    <a:pt x="955" y="876300"/>
                  </a:lnTo>
                  <a:lnTo>
                    <a:pt x="320" y="939800"/>
                  </a:lnTo>
                  <a:lnTo>
                    <a:pt x="0" y="990600"/>
                  </a:lnTo>
                  <a:lnTo>
                    <a:pt x="0" y="8267700"/>
                  </a:lnTo>
                  <a:lnTo>
                    <a:pt x="320" y="8318500"/>
                  </a:lnTo>
                  <a:lnTo>
                    <a:pt x="828" y="8369300"/>
                  </a:lnTo>
                  <a:lnTo>
                    <a:pt x="2011" y="8432800"/>
                  </a:lnTo>
                  <a:lnTo>
                    <a:pt x="3595" y="8470900"/>
                  </a:lnTo>
                  <a:lnTo>
                    <a:pt x="5816" y="8521700"/>
                  </a:lnTo>
                  <a:lnTo>
                    <a:pt x="8779" y="8559800"/>
                  </a:lnTo>
                  <a:lnTo>
                    <a:pt x="14206" y="8623300"/>
                  </a:lnTo>
                  <a:lnTo>
                    <a:pt x="21662" y="8674100"/>
                  </a:lnTo>
                  <a:lnTo>
                    <a:pt x="31548" y="8712200"/>
                  </a:lnTo>
                  <a:lnTo>
                    <a:pt x="44260" y="8763000"/>
                  </a:lnTo>
                  <a:lnTo>
                    <a:pt x="60198" y="8813800"/>
                  </a:lnTo>
                  <a:lnTo>
                    <a:pt x="79760" y="8851900"/>
                  </a:lnTo>
                  <a:lnTo>
                    <a:pt x="173056" y="8801100"/>
                  </a:lnTo>
                  <a:lnTo>
                    <a:pt x="186384" y="8801100"/>
                  </a:lnTo>
                  <a:lnTo>
                    <a:pt x="266352" y="8763000"/>
                  </a:lnTo>
                  <a:lnTo>
                    <a:pt x="249106" y="8712200"/>
                  </a:lnTo>
                  <a:lnTo>
                    <a:pt x="235390" y="8674100"/>
                  </a:lnTo>
                  <a:lnTo>
                    <a:pt x="224941" y="8610600"/>
                  </a:lnTo>
                  <a:lnTo>
                    <a:pt x="217501" y="8547100"/>
                  </a:lnTo>
                  <a:lnTo>
                    <a:pt x="214814" y="8509000"/>
                  </a:lnTo>
                  <a:lnTo>
                    <a:pt x="212788" y="8470900"/>
                  </a:lnTo>
                  <a:lnTo>
                    <a:pt x="211330" y="8420100"/>
                  </a:lnTo>
                  <a:lnTo>
                    <a:pt x="210346" y="8369300"/>
                  </a:lnTo>
                  <a:lnTo>
                    <a:pt x="209744" y="8318500"/>
                  </a:lnTo>
                  <a:lnTo>
                    <a:pt x="209429" y="8267700"/>
                  </a:lnTo>
                  <a:lnTo>
                    <a:pt x="209429" y="990600"/>
                  </a:lnTo>
                  <a:lnTo>
                    <a:pt x="209744" y="939800"/>
                  </a:lnTo>
                  <a:lnTo>
                    <a:pt x="210346" y="889000"/>
                  </a:lnTo>
                  <a:lnTo>
                    <a:pt x="211330" y="838200"/>
                  </a:lnTo>
                  <a:lnTo>
                    <a:pt x="212788" y="787400"/>
                  </a:lnTo>
                  <a:lnTo>
                    <a:pt x="214814" y="749300"/>
                  </a:lnTo>
                  <a:lnTo>
                    <a:pt x="217501" y="711200"/>
                  </a:lnTo>
                  <a:lnTo>
                    <a:pt x="224941" y="647700"/>
                  </a:lnTo>
                  <a:lnTo>
                    <a:pt x="235390" y="584200"/>
                  </a:lnTo>
                  <a:lnTo>
                    <a:pt x="249106" y="546100"/>
                  </a:lnTo>
                  <a:lnTo>
                    <a:pt x="266352" y="495300"/>
                  </a:lnTo>
                  <a:lnTo>
                    <a:pt x="79760" y="406400"/>
                  </a:lnTo>
                  <a:close/>
                </a:path>
                <a:path w="4366259" h="9245600">
                  <a:moveTo>
                    <a:pt x="186384" y="8801100"/>
                  </a:moveTo>
                  <a:lnTo>
                    <a:pt x="173056" y="8801100"/>
                  </a:lnTo>
                  <a:lnTo>
                    <a:pt x="79760" y="8851900"/>
                  </a:lnTo>
                  <a:lnTo>
                    <a:pt x="186384" y="8801100"/>
                  </a:lnTo>
                  <a:close/>
                </a:path>
                <a:path w="4366259" h="9245600">
                  <a:moveTo>
                    <a:pt x="4099750" y="8763000"/>
                  </a:moveTo>
                  <a:lnTo>
                    <a:pt x="4286343" y="8851900"/>
                  </a:lnTo>
                  <a:lnTo>
                    <a:pt x="4193047" y="8801100"/>
                  </a:lnTo>
                  <a:lnTo>
                    <a:pt x="4099750" y="8763000"/>
                  </a:lnTo>
                  <a:close/>
                </a:path>
                <a:path w="4366259" h="9245600">
                  <a:moveTo>
                    <a:pt x="4309889" y="457200"/>
                  </a:moveTo>
                  <a:lnTo>
                    <a:pt x="4193047" y="457200"/>
                  </a:lnTo>
                  <a:lnTo>
                    <a:pt x="4099750" y="495300"/>
                  </a:lnTo>
                  <a:lnTo>
                    <a:pt x="4116996" y="546100"/>
                  </a:lnTo>
                  <a:lnTo>
                    <a:pt x="4130713" y="584200"/>
                  </a:lnTo>
                  <a:lnTo>
                    <a:pt x="4141161" y="647700"/>
                  </a:lnTo>
                  <a:lnTo>
                    <a:pt x="4148602" y="711200"/>
                  </a:lnTo>
                  <a:lnTo>
                    <a:pt x="4151289" y="749300"/>
                  </a:lnTo>
                  <a:lnTo>
                    <a:pt x="4153315" y="787400"/>
                  </a:lnTo>
                  <a:lnTo>
                    <a:pt x="4154773" y="838200"/>
                  </a:lnTo>
                  <a:lnTo>
                    <a:pt x="4155756" y="889000"/>
                  </a:lnTo>
                  <a:lnTo>
                    <a:pt x="4156359" y="939800"/>
                  </a:lnTo>
                  <a:lnTo>
                    <a:pt x="4156674" y="990600"/>
                  </a:lnTo>
                  <a:lnTo>
                    <a:pt x="4156674" y="8267700"/>
                  </a:lnTo>
                  <a:lnTo>
                    <a:pt x="4156359" y="8318500"/>
                  </a:lnTo>
                  <a:lnTo>
                    <a:pt x="4155756" y="8369300"/>
                  </a:lnTo>
                  <a:lnTo>
                    <a:pt x="4154773" y="8420100"/>
                  </a:lnTo>
                  <a:lnTo>
                    <a:pt x="4153315" y="8470900"/>
                  </a:lnTo>
                  <a:lnTo>
                    <a:pt x="4151289" y="8509000"/>
                  </a:lnTo>
                  <a:lnTo>
                    <a:pt x="4148602" y="8547100"/>
                  </a:lnTo>
                  <a:lnTo>
                    <a:pt x="4141161" y="8610600"/>
                  </a:lnTo>
                  <a:lnTo>
                    <a:pt x="4130713" y="8674100"/>
                  </a:lnTo>
                  <a:lnTo>
                    <a:pt x="4116996" y="8712200"/>
                  </a:lnTo>
                  <a:lnTo>
                    <a:pt x="4099750" y="8763000"/>
                  </a:lnTo>
                  <a:lnTo>
                    <a:pt x="4193047" y="8801100"/>
                  </a:lnTo>
                  <a:lnTo>
                    <a:pt x="4286343" y="8851900"/>
                  </a:lnTo>
                  <a:lnTo>
                    <a:pt x="4305904" y="8813800"/>
                  </a:lnTo>
                  <a:lnTo>
                    <a:pt x="4321842" y="8763000"/>
                  </a:lnTo>
                  <a:lnTo>
                    <a:pt x="4334555" y="8712200"/>
                  </a:lnTo>
                  <a:lnTo>
                    <a:pt x="4344440" y="8674100"/>
                  </a:lnTo>
                  <a:lnTo>
                    <a:pt x="4351897" y="8623300"/>
                  </a:lnTo>
                  <a:lnTo>
                    <a:pt x="4357324" y="8559800"/>
                  </a:lnTo>
                  <a:lnTo>
                    <a:pt x="4360287" y="8521700"/>
                  </a:lnTo>
                  <a:lnTo>
                    <a:pt x="4362508" y="8470900"/>
                  </a:lnTo>
                  <a:lnTo>
                    <a:pt x="4364092" y="8432800"/>
                  </a:lnTo>
                  <a:lnTo>
                    <a:pt x="4365148" y="8382000"/>
                  </a:lnTo>
                  <a:lnTo>
                    <a:pt x="4365783" y="8318500"/>
                  </a:lnTo>
                  <a:lnTo>
                    <a:pt x="4366103" y="8267700"/>
                  </a:lnTo>
                  <a:lnTo>
                    <a:pt x="4366103" y="990600"/>
                  </a:lnTo>
                  <a:lnTo>
                    <a:pt x="4365783" y="939800"/>
                  </a:lnTo>
                  <a:lnTo>
                    <a:pt x="4365275" y="889000"/>
                  </a:lnTo>
                  <a:lnTo>
                    <a:pt x="4364092" y="825500"/>
                  </a:lnTo>
                  <a:lnTo>
                    <a:pt x="4362508" y="787400"/>
                  </a:lnTo>
                  <a:lnTo>
                    <a:pt x="4360287" y="736600"/>
                  </a:lnTo>
                  <a:lnTo>
                    <a:pt x="4357324" y="698500"/>
                  </a:lnTo>
                  <a:lnTo>
                    <a:pt x="4351897" y="635000"/>
                  </a:lnTo>
                  <a:lnTo>
                    <a:pt x="4344440" y="584200"/>
                  </a:lnTo>
                  <a:lnTo>
                    <a:pt x="4334555" y="546100"/>
                  </a:lnTo>
                  <a:lnTo>
                    <a:pt x="4321842" y="495300"/>
                  </a:lnTo>
                  <a:lnTo>
                    <a:pt x="4309889" y="457200"/>
                  </a:lnTo>
                  <a:close/>
                </a:path>
                <a:path w="4366259" h="9245600">
                  <a:moveTo>
                    <a:pt x="400076" y="88900"/>
                  </a:moveTo>
                  <a:lnTo>
                    <a:pt x="355081" y="114300"/>
                  </a:lnTo>
                  <a:lnTo>
                    <a:pt x="312129" y="139700"/>
                  </a:lnTo>
                  <a:lnTo>
                    <a:pt x="271351" y="165100"/>
                  </a:lnTo>
                  <a:lnTo>
                    <a:pt x="232880" y="203200"/>
                  </a:lnTo>
                  <a:lnTo>
                    <a:pt x="196849" y="241300"/>
                  </a:lnTo>
                  <a:lnTo>
                    <a:pt x="163389" y="279400"/>
                  </a:lnTo>
                  <a:lnTo>
                    <a:pt x="132632" y="317500"/>
                  </a:lnTo>
                  <a:lnTo>
                    <a:pt x="104712" y="355600"/>
                  </a:lnTo>
                  <a:lnTo>
                    <a:pt x="79760" y="406400"/>
                  </a:lnTo>
                  <a:lnTo>
                    <a:pt x="266352" y="495300"/>
                  </a:lnTo>
                  <a:lnTo>
                    <a:pt x="289661" y="457200"/>
                  </a:lnTo>
                  <a:lnTo>
                    <a:pt x="316430" y="419100"/>
                  </a:lnTo>
                  <a:lnTo>
                    <a:pt x="346458" y="381000"/>
                  </a:lnTo>
                  <a:lnTo>
                    <a:pt x="379545" y="355600"/>
                  </a:lnTo>
                  <a:lnTo>
                    <a:pt x="415490" y="317500"/>
                  </a:lnTo>
                  <a:lnTo>
                    <a:pt x="454092" y="292100"/>
                  </a:lnTo>
                  <a:lnTo>
                    <a:pt x="495150" y="266700"/>
                  </a:lnTo>
                  <a:lnTo>
                    <a:pt x="400076" y="88900"/>
                  </a:lnTo>
                  <a:close/>
                </a:path>
                <a:path w="4366259" h="9245600">
                  <a:moveTo>
                    <a:pt x="3966027" y="88900"/>
                  </a:moveTo>
                  <a:lnTo>
                    <a:pt x="3870953" y="266700"/>
                  </a:lnTo>
                  <a:lnTo>
                    <a:pt x="3912011" y="292100"/>
                  </a:lnTo>
                  <a:lnTo>
                    <a:pt x="3950613" y="317500"/>
                  </a:lnTo>
                  <a:lnTo>
                    <a:pt x="3986557" y="355600"/>
                  </a:lnTo>
                  <a:lnTo>
                    <a:pt x="4019644" y="381000"/>
                  </a:lnTo>
                  <a:lnTo>
                    <a:pt x="4049673" y="419100"/>
                  </a:lnTo>
                  <a:lnTo>
                    <a:pt x="4076442" y="457200"/>
                  </a:lnTo>
                  <a:lnTo>
                    <a:pt x="4099750" y="495300"/>
                  </a:lnTo>
                  <a:lnTo>
                    <a:pt x="4286343" y="406400"/>
                  </a:lnTo>
                  <a:lnTo>
                    <a:pt x="4261391" y="355600"/>
                  </a:lnTo>
                  <a:lnTo>
                    <a:pt x="4233471" y="317500"/>
                  </a:lnTo>
                  <a:lnTo>
                    <a:pt x="4202714" y="279400"/>
                  </a:lnTo>
                  <a:lnTo>
                    <a:pt x="4169254" y="241300"/>
                  </a:lnTo>
                  <a:lnTo>
                    <a:pt x="4133222" y="203200"/>
                  </a:lnTo>
                  <a:lnTo>
                    <a:pt x="4094752" y="165100"/>
                  </a:lnTo>
                  <a:lnTo>
                    <a:pt x="4053974" y="139700"/>
                  </a:lnTo>
                  <a:lnTo>
                    <a:pt x="4011022" y="114300"/>
                  </a:lnTo>
                  <a:lnTo>
                    <a:pt x="3966027" y="88900"/>
                  </a:lnTo>
                  <a:close/>
                </a:path>
                <a:path w="4366259" h="9245600">
                  <a:moveTo>
                    <a:pt x="4286343" y="406400"/>
                  </a:moveTo>
                  <a:lnTo>
                    <a:pt x="4099750" y="495300"/>
                  </a:lnTo>
                  <a:lnTo>
                    <a:pt x="4193047" y="457200"/>
                  </a:lnTo>
                  <a:lnTo>
                    <a:pt x="4309889" y="457200"/>
                  </a:lnTo>
                  <a:lnTo>
                    <a:pt x="4305904" y="444500"/>
                  </a:lnTo>
                  <a:lnTo>
                    <a:pt x="4286343" y="406400"/>
                  </a:lnTo>
                  <a:close/>
                </a:path>
                <a:path w="4366259" h="9245600">
                  <a:moveTo>
                    <a:pt x="1109786" y="0"/>
                  </a:moveTo>
                  <a:lnTo>
                    <a:pt x="985960" y="0"/>
                  </a:lnTo>
                  <a:lnTo>
                    <a:pt x="928983" y="12700"/>
                  </a:lnTo>
                  <a:lnTo>
                    <a:pt x="688624" y="12700"/>
                  </a:lnTo>
                  <a:lnTo>
                    <a:pt x="634488" y="25400"/>
                  </a:lnTo>
                  <a:lnTo>
                    <a:pt x="583135" y="25400"/>
                  </a:lnTo>
                  <a:lnTo>
                    <a:pt x="534292" y="38100"/>
                  </a:lnTo>
                  <a:lnTo>
                    <a:pt x="487684" y="50800"/>
                  </a:lnTo>
                  <a:lnTo>
                    <a:pt x="443036" y="63500"/>
                  </a:lnTo>
                  <a:lnTo>
                    <a:pt x="400076" y="88900"/>
                  </a:lnTo>
                  <a:lnTo>
                    <a:pt x="495150" y="266700"/>
                  </a:lnTo>
                  <a:lnTo>
                    <a:pt x="535306" y="254000"/>
                  </a:lnTo>
                  <a:lnTo>
                    <a:pt x="582296" y="241300"/>
                  </a:lnTo>
                  <a:lnTo>
                    <a:pt x="638345" y="228600"/>
                  </a:lnTo>
                  <a:lnTo>
                    <a:pt x="705677" y="228600"/>
                  </a:lnTo>
                  <a:lnTo>
                    <a:pt x="744324" y="215900"/>
                  </a:lnTo>
                  <a:lnTo>
                    <a:pt x="1109786" y="215900"/>
                  </a:lnTo>
                  <a:lnTo>
                    <a:pt x="1109786" y="0"/>
                  </a:lnTo>
                  <a:close/>
                </a:path>
                <a:path w="4366259" h="9245600">
                  <a:moveTo>
                    <a:pt x="3380143" y="0"/>
                  </a:moveTo>
                  <a:lnTo>
                    <a:pt x="3256317" y="0"/>
                  </a:lnTo>
                  <a:lnTo>
                    <a:pt x="3256317" y="215900"/>
                  </a:lnTo>
                  <a:lnTo>
                    <a:pt x="3621778" y="215900"/>
                  </a:lnTo>
                  <a:lnTo>
                    <a:pt x="3660426" y="228600"/>
                  </a:lnTo>
                  <a:lnTo>
                    <a:pt x="3727758" y="228600"/>
                  </a:lnTo>
                  <a:lnTo>
                    <a:pt x="3783807" y="241300"/>
                  </a:lnTo>
                  <a:lnTo>
                    <a:pt x="3830797" y="254000"/>
                  </a:lnTo>
                  <a:lnTo>
                    <a:pt x="3870953" y="266700"/>
                  </a:lnTo>
                  <a:lnTo>
                    <a:pt x="3966027" y="88900"/>
                  </a:lnTo>
                  <a:lnTo>
                    <a:pt x="3923066" y="63500"/>
                  </a:lnTo>
                  <a:lnTo>
                    <a:pt x="3878419" y="50800"/>
                  </a:lnTo>
                  <a:lnTo>
                    <a:pt x="3831811" y="38100"/>
                  </a:lnTo>
                  <a:lnTo>
                    <a:pt x="3782968" y="25400"/>
                  </a:lnTo>
                  <a:lnTo>
                    <a:pt x="3731615" y="25400"/>
                  </a:lnTo>
                  <a:lnTo>
                    <a:pt x="3677479" y="12700"/>
                  </a:lnTo>
                  <a:lnTo>
                    <a:pt x="3437120" y="12700"/>
                  </a:lnTo>
                  <a:lnTo>
                    <a:pt x="3380143" y="0"/>
                  </a:lnTo>
                  <a:close/>
                </a:path>
                <a:path w="4366259" h="9245600">
                  <a:moveTo>
                    <a:pt x="3256317" y="0"/>
                  </a:moveTo>
                  <a:lnTo>
                    <a:pt x="1109786" y="0"/>
                  </a:lnTo>
                  <a:lnTo>
                    <a:pt x="1109786" y="215900"/>
                  </a:lnTo>
                  <a:lnTo>
                    <a:pt x="3256317" y="215900"/>
                  </a:lnTo>
                  <a:lnTo>
                    <a:pt x="3256317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1837" y="2314065"/>
            <a:ext cx="6680424" cy="66804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5725" y="1017841"/>
            <a:ext cx="17892650" cy="5654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4757D"/>
                </a:solidFill>
              </a:rPr>
              <a:t>페인포인트 / 규모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5725" y="1583309"/>
            <a:ext cx="17892650" cy="1244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1A"/>
                </a:solidFill>
              </a:rPr>
              <a:t>얼마나 많은 사람의 문제인가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5725" y="3279711"/>
            <a:ext cx="17892650" cy="6220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발달장애인 약 25만 명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그중 22.5%가 일상생활에 도움이 필요합니다.  (보건복지부, 2021년 발달장애인 실태조사)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보호자의 68.8%가 부모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우울 점수 19.43 — 우울증 의심 기준선(16)을 넘습니다.  (동일 조사)</a:t>
            </a:r>
          </a:p>
          <a:p>
            <a:pPr>
              <a:lnSpc>
                <a:spcPct val="135000"/>
              </a:lnSpc>
              <a:spcBef>
                <a:spcPts val="1200"/>
              </a:spcBef>
            </a:pPr>
            <a:r>
              <a:rPr sz="1900" i="1">
                <a:solidFill>
                  <a:srgbClr val="74757D"/>
                </a:solidFill>
              </a:rPr>
              <a:t>"그래서 저희는 보호자에게 무언가를 더 시키지 않는 방향으로 설계했습니다."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온보딩은 네 단계를 넘지 않고, 보상 설정도 건너뛸 수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5725" y="1017841"/>
            <a:ext cx="17892650" cy="5654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4757D"/>
                </a:solidFill>
              </a:rPr>
              <a:t>타겟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5725" y="1583309"/>
            <a:ext cx="17892650" cy="1244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1A"/>
                </a:solidFill>
              </a:rPr>
              <a:t>연령이 아니라 기능 수준으로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5725" y="3279711"/>
            <a:ext cx="17892650" cy="6220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처음에는 7~12세 발달장애 아동을 대상으로 잡았습니다.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그런데 지적장애인의 중위연령은 33.8세입니다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절반 이상이 성인입니다.  (보건복지부, 2024년 등록장애인 현황)</a:t>
            </a:r>
          </a:p>
          <a:p>
            <a:pPr>
              <a:lnSpc>
                <a:spcPct val="135000"/>
              </a:lnSpc>
              <a:spcBef>
                <a:spcPts val="1200"/>
              </a:spcBef>
            </a:pPr>
            <a:r>
              <a:rPr sz="1900" i="1">
                <a:solidFill>
                  <a:srgbClr val="74757D"/>
                </a:solidFill>
              </a:rPr>
              <a:t>"생활연령과 발달연령은 다릅니다" — 서울 ABA연구소 자문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다시 정의한 대상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행동 카드의 시각정보와 순서를 이해할 수 있는 발달장애인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· 스마트폰을 어느 정도 사용할 수 있는가    · 그림·글씨를 이해할 수 있는가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· 행동의 순서를 이해할 수 있는가          · 이미 아는 행동을 상기할 수 있는가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5725" y="1017841"/>
            <a:ext cx="17892650" cy="5654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4757D"/>
                </a:solidFill>
              </a:rPr>
              <a:t>국내·외 유사 사례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5725" y="1583309"/>
            <a:ext cx="17892650" cy="1244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1A"/>
                </a:solidFill>
              </a:rPr>
              <a:t>이미 있는 것과 없는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5725" y="3279711"/>
            <a:ext cx="17892650" cy="6220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해외에는 AI로 시각 일정을 만들어주는 앱이 이미 있습니다.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Tiimo는 2025 App Store 올해의 앱이기도 합니다.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그런데 전부 영어권 서비스입니다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'비 오는 날 학교 갈 준비'라고 입력했을 때 우비·장화·여벌 양말을 떠올리지 못합니다.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주간보호센터·복지관이라는 말도 이해하지 못합니다.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비교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종이 그림카드·PECS  →  상황마다 매번 새로 만들어야 함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Choiceworks·First Then  →  카드를 사람이 직접 조합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Tiimo·HeyOtto·Glint (해외 AI)  →  한국 생활 맥락 부재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토닥이 (2025 수상작)  →  정해진 일정 표시, 만들어내는 앞단 없음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범용 LLM  →  카드·이미지·수행 흐름·보호자 승인 없음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600">
                <a:solidFill>
                  <a:srgbClr val="D9484B"/>
                </a:solidFill>
              </a:rPr>
              <a:t>※ '세계 최초'라고 말하지 않습니다. 검색 한 번에 무너집니다.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5725" y="1017841"/>
            <a:ext cx="17892650" cy="5654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4757D"/>
                </a:solidFill>
              </a:rPr>
              <a:t>전문가 자문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5725" y="1583309"/>
            <a:ext cx="17892650" cy="1244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1A"/>
                </a:solidFill>
              </a:rPr>
              <a:t>받은 지적과 바꾼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5725" y="3279711"/>
            <a:ext cx="17892650" cy="6220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서울 ABA연구소 한상민 소장님께 서비스 전반에 대한 자문을 받았습니다. (약 80분)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소견을 긍정적으로 검토해 현재 반영·수정 중입니다.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① "기분이 나쁘면 폰을 던지지, 속으로 다스리지 않는다"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→ 추천 일과에서 내면 조절 항목을 전부 제거하고, AI 생성 규칙에 반영했습니다.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② "아들이 회사에 다니는데 '학교에 가요'가 뜬다"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→ 성인 일과를 추가하고 대상 정의를 다시 세웠습니다.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③ "행동 단계만으로는 수행 동기가 생기지 않는다"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→ 보호자가 정한 보상을 수행 내내 보여주는 구조를 구현 중입니다.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④ "단계 수가 사용자마다 달라야 한다"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→ 행동 카드 개수 고정을 해제했습니다.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5725" y="1017841"/>
            <a:ext cx="17892650" cy="5654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4757D"/>
                </a:solidFill>
              </a:rPr>
              <a:t>핵심 기술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5725" y="1583309"/>
            <a:ext cx="17892650" cy="1244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1A"/>
                </a:solidFill>
              </a:rPr>
              <a:t>한 문장을 행동 단계로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5725" y="3279711"/>
            <a:ext cx="17892650" cy="6220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보호자가 매일 머릿속으로 하던 일을 AI가 대신합니다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"학교 갈 준비해" 한 마디에는 8단계가 숨어 있습니다.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옷 입기 → 가방 챙기기 → 준비물 확인 → 신발 신기 → 집 나서기 → 정류장 → 버스 → 도착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비 오는 날에는 우비·장화·여벌 양말이 더 붙습니다.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생활 맥락이 부족하면 AI가 먼저 묻습니다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"비 오는 날 평소와 다르게 챙겨야 하는 물건이 있나요?"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단계마다 같은 캐릭터가 등장하는 그림을 생성합니다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픽토그램·기호가 아니라, 아이가 고른 캐릭터가 모든 카드에 나옵니다.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5725" y="1017841"/>
            <a:ext cx="17892650" cy="5654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4757D"/>
                </a:solidFill>
              </a:rPr>
              <a:t>장애와 개발물의 연관성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5725" y="1583309"/>
            <a:ext cx="17892650" cy="1244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1A"/>
                </a:solidFill>
              </a:rPr>
              <a:t>행동중재 원리와의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5725" y="3279711"/>
            <a:ext cx="17892650" cy="6220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ABA 및 특수교육에서 활용되는 원리를 참고해 설계했습니다.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과제분석 (Task Analysis)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복잡한 행동을 수행 가능한 작은 단계로 나눈다  →  AI가 한 문장을 행동 단계로 분해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연쇄 (Chaining)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나눈 단계를 순서대로 연결한다  →  카드를 차례대로 수행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강화 (Reinforcement)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행동 뒤의 결과가 그 행동을 늘린다  →  보호자가 정한 보상을 수행 중 상기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개별화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과제분석은 사람마다 다르다  →  보호자가 카드를 추가·삭제·수정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600">
                <a:solidFill>
                  <a:srgbClr val="D9484B"/>
                </a:solidFill>
              </a:rPr>
              <a:t>※ 치료 앱이라고 표현하지 않습니다. 원리를 참고한 일상생활 자립 지원 서비스입니다.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5725" y="1017841"/>
            <a:ext cx="17892650" cy="5654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4757D"/>
                </a:solidFill>
              </a:rPr>
              <a:t>상용화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5725" y="1583309"/>
            <a:ext cx="17892650" cy="1244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1A"/>
                </a:solidFill>
              </a:rPr>
              <a:t>현장이 권하는 도구로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5725" y="3279711"/>
            <a:ext cx="17892650" cy="6220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스토어에 올리는 것은 유통이 아닙니다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보호자가 '행동 카드 앱'을 검색해서 찾을 확률은 낮습니다. 무엇을 검색해야 할지도 모릅니다.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확산 경로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① 전문기관 검증 (서울 ABA연구소 — 진행 중)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② 현장 기관 보급 — 복지관·주간보호센터·특수학급·직업재활시설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③ 보호자 확산 — 지도자가 권하는 경로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수익 모델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일반  : 보호자에게 직접 과금하지 않습니다. 기본 기능 무료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기업·기관 : 이용자 단위 라이선스 — 장애인 고용기업·복지관·센터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구독 부가 : AI 이미지 재생성, 사용자 모습을 반영한 개인화 시각자료, 다자녀 관리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공공  : 지자체 사업 편입 · 발달재활서비스 바우처 연계 검토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기관에 파는 것은 '좋은 앱'이 아니라 '지도자의 시간'입니다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지금은 지도자가 이용자마다 카드를 손으로 만들고, 상황이 바뀌면 처음부터 다시 만듭니다.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5725" y="1017841"/>
            <a:ext cx="17892650" cy="5654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4757D"/>
                </a:solidFill>
              </a:rPr>
              <a:t>리스크 해결방안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5725" y="1583309"/>
            <a:ext cx="17892650" cy="1244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1A"/>
                </a:solidFill>
              </a:rPr>
              <a:t>예상되는 문제와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5725" y="3279711"/>
            <a:ext cx="17892650" cy="6220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AI가 만든 카드가 그 사람에게 맞지 않을 수 있다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→ 보호자 승인 게이트. AI 결과는 정답이 아니라 초안으로 다룹니다.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보호자 입력 부담이 이탈로 이어진다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→ 온보딩 4단계 고정, 보상 설정 건너뛰기, 최근 사용 항목 재사용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AI 생성 비용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→ 지난 일과 재사용(다시 하기)으로 재호출을 줄이고 이미지를 다시 쓰지 않습니다.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통신이 불안정한 환경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→ 사용자 화면은 오프라인 우선. 네트워크와 무관하게 즉시 반응합니다.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개인정보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→ 진단명·장애유형을 수집하지 않고, 입력 원문을 보관하지 않습니다.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글을 읽지 못하는 사용자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→ 그림과 음성으로 안내하고, 보상도 그림으로 표시합니다.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5725" y="1017841"/>
            <a:ext cx="17892650" cy="5654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4757D"/>
                </a:solidFill>
              </a:rPr>
              <a:t>기대효과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5725" y="1583309"/>
            <a:ext cx="17892650" cy="1244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1A"/>
                </a:solidFill>
              </a:rPr>
              <a:t>무엇이 달라지는가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5725" y="3279711"/>
            <a:ext cx="17892650" cy="6220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보호자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매일 아침 반복하던 설명을 앱이 대신합니다. 카드를 손으로 만들지 않아도 됩니다.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사용자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다음에 무엇을 하는지, 다 하면 무엇이 있는지 스스로 확인하며 일과를 이어갑니다.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기관·지도자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이용자별 과제분석을 매번 새로 만들지 않고, 수행률을 기록으로 남깁니다.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그리고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이 방식이 도움이 되는 사람은 발달장애인만이 아닙니다.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경계선 지능, ADHD, 학습장애처럼 순서 유지와 실행 기능에 어려움이 있는 경우에도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같은 구조가 쓰일 수 있습니다.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600">
                <a:solidFill>
                  <a:srgbClr val="D9484B"/>
                </a:solidFill>
              </a:rPr>
              <a:t>※ 국내 법률상 발달장애인은 지적장애·자폐성장애를 말합니다. 범주를 구분해 표현합니다.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5725" y="1017841"/>
            <a:ext cx="17892650" cy="5654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4757D"/>
                </a:solidFill>
              </a:rPr>
              <a:t>현재 고민하는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5725" y="1583309"/>
            <a:ext cx="17892650" cy="1244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1A"/>
                </a:solidFill>
              </a:rPr>
              <a:t>심사위원께 여쭙고 싶은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5725" y="3279711"/>
            <a:ext cx="17892650" cy="6220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중간심사는 점수를 받는 자리가 아니라 방향을 확인하는 자리라고 생각합니다.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저희가 지금 답을 정하지 못한 것들을 말씀드립니다.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① 보호자의 수정 부담과 AI 정확도 사이의 균형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AI가 더 많이 맞히려면 더 많이 물어야 하고, 그러면 보호자가 떠납니다.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② 성인 사용자를 위한 화면 톤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캐릭터와 반말을 유지할지, 유형을 나눌지 정하지 못했습니다.</a:t>
            </a:r>
          </a:p>
          <a:p>
            <a:pPr>
              <a:lnSpc>
                <a:spcPct val="135000"/>
              </a:lnSpc>
              <a:spcBef>
                <a:spcPts val="1800"/>
              </a:spcBef>
            </a:pPr>
            <a:r>
              <a:rPr sz="2200" b="1">
                <a:solidFill>
                  <a:srgbClr val="2EC4B6"/>
                </a:solidFill>
              </a:rPr>
              <a:t>③ 실증에서 무엇을 봐야 의미가 있는지</a:t>
            </a:r>
          </a:p>
          <a:p>
            <a:pPr>
              <a:lnSpc>
                <a:spcPct val="135000"/>
              </a:lnSpc>
              <a:spcBef>
                <a:spcPts val="700"/>
              </a:spcBef>
            </a:pPr>
            <a:r>
              <a:rPr sz="1700">
                <a:solidFill>
                  <a:srgbClr val="1A1A1A"/>
                </a:solidFill>
              </a:rPr>
              <a:t>수행률만으로 충분한지, 다른 지표가 필요한지 조언을 구하고 싶습니다.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2026-09-13T06:37:27Z</dcterms:created>
  <dcterms:modified xsi:type="dcterms:W3CDTF">2026-09-13T06:37:27Z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2026-09-08T00:00:00Z</vt:filetime>
  </property>
  <property fmtid="{D5CDD505-2E9C-101B-9397-08002B2CF9AE}" pid="3" name="Creator">
    <vt:lpwstr>Adobe Acrobat 25.1.21184</vt:lpwstr>
  </property>
  <property fmtid="{D5CDD505-2E9C-101B-9397-08002B2CF9AE}" pid="4" name="LastSaved">
    <vt:filetime>2026-09-13T00:00:00Z</vt:filetime>
  </property>
  <property fmtid="{D5CDD505-2E9C-101B-9397-08002B2CF9AE}" pid="5" name="Producer">
    <vt:lpwstr>Adobe Acrobat 25.1.21184</vt:lpwstr>
  </property>
</Properties>
</file>